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Nunito"/>
      <p:regular r:id="rId28"/>
      <p:bold r:id="rId29"/>
      <p:italic r:id="rId30"/>
      <p:boldItalic r:id="rId31"/>
    </p:embeddedFont>
    <p:embeddedFont>
      <p:font typeface="Bebas Neue"/>
      <p:regular r:id="rId32"/>
    </p:embeddedFont>
    <p:embeddedFont>
      <p:font typeface="JetBrains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ivPH5PjUnPfRqVjyPy/qi+Wq8m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A8763D-A34D-43CF-87D7-0A5F49BFFD98}">
  <a:tblStyle styleId="{D1A8763D-A34D-43CF-87D7-0A5F49BFFD9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Nunito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-boldItalic.fntdata"/><Relationship Id="rId30" Type="http://schemas.openxmlformats.org/officeDocument/2006/relationships/font" Target="fonts/Nunito-italic.fntdata"/><Relationship Id="rId11" Type="http://schemas.openxmlformats.org/officeDocument/2006/relationships/slide" Target="slides/slide5.xml"/><Relationship Id="rId33" Type="http://schemas.openxmlformats.org/officeDocument/2006/relationships/font" Target="fonts/JetBrainsMono-regular.fntdata"/><Relationship Id="rId10" Type="http://schemas.openxmlformats.org/officeDocument/2006/relationships/slide" Target="slides/slide4.xml"/><Relationship Id="rId32" Type="http://schemas.openxmlformats.org/officeDocument/2006/relationships/font" Target="fonts/BebasNeue-regular.fntdata"/><Relationship Id="rId13" Type="http://schemas.openxmlformats.org/officeDocument/2006/relationships/slide" Target="slides/slide7.xml"/><Relationship Id="rId35" Type="http://schemas.openxmlformats.org/officeDocument/2006/relationships/font" Target="fonts/JetBrainsMono-italic.fntdata"/><Relationship Id="rId12" Type="http://schemas.openxmlformats.org/officeDocument/2006/relationships/slide" Target="slides/slide6.xml"/><Relationship Id="rId34" Type="http://schemas.openxmlformats.org/officeDocument/2006/relationships/font" Target="fonts/JetBrainsMono-bold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JetBrainsMon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9" name="Google Shape;8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4" name="Google Shape;9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3" name="Google Shape;10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7" name="Google Shape;11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3" name="Google Shape;12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6" name="Google Shape;13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4" name="Google Shape;14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2" name="Google Shape;14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5" name="Google Shape;15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1" name="Google Shape;16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7" name="Google Shape;17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5" name="Google Shape;17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2" name="Google Shape;18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8" name="Google Shape;18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7" name="Google Shape;19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3" name="Google Shape;19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9" name="Google Shape;192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19"/>
          <p:cNvGrpSpPr/>
          <p:nvPr/>
        </p:nvGrpSpPr>
        <p:grpSpPr>
          <a:xfrm>
            <a:off x="1376525" y="-1521150"/>
            <a:ext cx="7767703" cy="3383025"/>
            <a:chOff x="24125" y="294775"/>
            <a:chExt cx="7767703" cy="3383025"/>
          </a:xfrm>
        </p:grpSpPr>
        <p:sp>
          <p:nvSpPr>
            <p:cNvPr id="10" name="Google Shape;10;p19"/>
            <p:cNvSpPr/>
            <p:nvPr/>
          </p:nvSpPr>
          <p:spPr>
            <a:xfrm>
              <a:off x="1686375" y="607200"/>
              <a:ext cx="142125" cy="129550"/>
            </a:xfrm>
            <a:custGeom>
              <a:rect b="b" l="l" r="r" t="t"/>
              <a:pathLst>
                <a:path extrusionOk="0" h="5182" w="5685">
                  <a:moveTo>
                    <a:pt x="2834" y="1"/>
                  </a:moveTo>
                  <a:cubicBezTo>
                    <a:pt x="2169" y="1"/>
                    <a:pt x="1507" y="252"/>
                    <a:pt x="1005" y="754"/>
                  </a:cubicBezTo>
                  <a:cubicBezTo>
                    <a:pt x="1" y="1781"/>
                    <a:pt x="1" y="3402"/>
                    <a:pt x="1005" y="4429"/>
                  </a:cubicBezTo>
                  <a:cubicBezTo>
                    <a:pt x="1507" y="4931"/>
                    <a:pt x="2169" y="5182"/>
                    <a:pt x="2834" y="5182"/>
                  </a:cubicBezTo>
                  <a:cubicBezTo>
                    <a:pt x="3499" y="5182"/>
                    <a:pt x="4166" y="4931"/>
                    <a:pt x="4680" y="4429"/>
                  </a:cubicBezTo>
                  <a:cubicBezTo>
                    <a:pt x="5684" y="3402"/>
                    <a:pt x="5684" y="1781"/>
                    <a:pt x="4680" y="754"/>
                  </a:cubicBezTo>
                  <a:cubicBezTo>
                    <a:pt x="4166" y="252"/>
                    <a:pt x="3499" y="1"/>
                    <a:pt x="2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19"/>
            <p:cNvSpPr/>
            <p:nvPr/>
          </p:nvSpPr>
          <p:spPr>
            <a:xfrm>
              <a:off x="66098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9"/>
            <p:cNvSpPr/>
            <p:nvPr/>
          </p:nvSpPr>
          <p:spPr>
            <a:xfrm>
              <a:off x="67216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9"/>
            <p:cNvSpPr/>
            <p:nvPr/>
          </p:nvSpPr>
          <p:spPr>
            <a:xfrm>
              <a:off x="68340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9"/>
            <p:cNvSpPr/>
            <p:nvPr/>
          </p:nvSpPr>
          <p:spPr>
            <a:xfrm>
              <a:off x="69459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9"/>
            <p:cNvSpPr/>
            <p:nvPr/>
          </p:nvSpPr>
          <p:spPr>
            <a:xfrm>
              <a:off x="70577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607" y="3721"/>
                  </a:lnTo>
                  <a:lnTo>
                    <a:pt x="5980" y="372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9"/>
            <p:cNvSpPr/>
            <p:nvPr/>
          </p:nvSpPr>
          <p:spPr>
            <a:xfrm>
              <a:off x="71701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9"/>
            <p:cNvSpPr/>
            <p:nvPr/>
          </p:nvSpPr>
          <p:spPr>
            <a:xfrm>
              <a:off x="728200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1" y="0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9"/>
            <p:cNvSpPr/>
            <p:nvPr/>
          </p:nvSpPr>
          <p:spPr>
            <a:xfrm>
              <a:off x="2406525" y="1218350"/>
              <a:ext cx="5385303" cy="1110475"/>
            </a:xfrm>
            <a:custGeom>
              <a:rect b="b" l="l" r="r" t="t"/>
              <a:pathLst>
                <a:path extrusionOk="0" h="44419" w="206136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9"/>
            <p:cNvSpPr/>
            <p:nvPr/>
          </p:nvSpPr>
          <p:spPr>
            <a:xfrm>
              <a:off x="987925" y="355975"/>
              <a:ext cx="6210225" cy="1468400"/>
            </a:xfrm>
            <a:custGeom>
              <a:rect b="b" l="l" r="r" t="t"/>
              <a:pathLst>
                <a:path extrusionOk="0" h="58736" w="248409">
                  <a:moveTo>
                    <a:pt x="248203" y="1"/>
                  </a:moveTo>
                  <a:cubicBezTo>
                    <a:pt x="248151" y="1"/>
                    <a:pt x="248100" y="18"/>
                    <a:pt x="248066" y="52"/>
                  </a:cubicBezTo>
                  <a:lnTo>
                    <a:pt x="196663" y="51455"/>
                  </a:lnTo>
                  <a:lnTo>
                    <a:pt x="175778" y="51455"/>
                  </a:lnTo>
                  <a:lnTo>
                    <a:pt x="155760" y="31460"/>
                  </a:lnTo>
                  <a:lnTo>
                    <a:pt x="121112" y="31460"/>
                  </a:lnTo>
                  <a:lnTo>
                    <a:pt x="94200" y="58371"/>
                  </a:lnTo>
                  <a:lnTo>
                    <a:pt x="183" y="58371"/>
                  </a:lnTo>
                  <a:cubicBezTo>
                    <a:pt x="92" y="58371"/>
                    <a:pt x="0" y="58439"/>
                    <a:pt x="0" y="58553"/>
                  </a:cubicBezTo>
                  <a:cubicBezTo>
                    <a:pt x="0" y="58645"/>
                    <a:pt x="92" y="58736"/>
                    <a:pt x="183" y="58736"/>
                  </a:cubicBezTo>
                  <a:lnTo>
                    <a:pt x="94360" y="58736"/>
                  </a:lnTo>
                  <a:lnTo>
                    <a:pt x="121248" y="31848"/>
                  </a:lnTo>
                  <a:lnTo>
                    <a:pt x="155623" y="31848"/>
                  </a:lnTo>
                  <a:lnTo>
                    <a:pt x="175618" y="51843"/>
                  </a:lnTo>
                  <a:lnTo>
                    <a:pt x="196823" y="51843"/>
                  </a:lnTo>
                  <a:lnTo>
                    <a:pt x="248340" y="326"/>
                  </a:lnTo>
                  <a:cubicBezTo>
                    <a:pt x="248408" y="235"/>
                    <a:pt x="248408" y="121"/>
                    <a:pt x="248340" y="52"/>
                  </a:cubicBezTo>
                  <a:cubicBezTo>
                    <a:pt x="248306" y="18"/>
                    <a:pt x="248254" y="1"/>
                    <a:pt x="248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9"/>
            <p:cNvSpPr/>
            <p:nvPr/>
          </p:nvSpPr>
          <p:spPr>
            <a:xfrm>
              <a:off x="1265250" y="1389550"/>
              <a:ext cx="6299250" cy="1955000"/>
            </a:xfrm>
            <a:custGeom>
              <a:rect b="b" l="l" r="r" t="t"/>
              <a:pathLst>
                <a:path extrusionOk="0" h="78200" w="25197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9"/>
            <p:cNvSpPr/>
            <p:nvPr/>
          </p:nvSpPr>
          <p:spPr>
            <a:xfrm>
              <a:off x="1631600" y="1974425"/>
              <a:ext cx="6160000" cy="1095650"/>
            </a:xfrm>
            <a:custGeom>
              <a:rect b="b" l="l" r="r" t="t"/>
              <a:pathLst>
                <a:path extrusionOk="0" h="43826" w="24640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9"/>
            <p:cNvSpPr/>
            <p:nvPr/>
          </p:nvSpPr>
          <p:spPr>
            <a:xfrm>
              <a:off x="1978550" y="331575"/>
              <a:ext cx="4691750" cy="1289675"/>
            </a:xfrm>
            <a:custGeom>
              <a:rect b="b" l="l" r="r" t="t"/>
              <a:pathLst>
                <a:path extrusionOk="0" h="51587" w="18767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9"/>
            <p:cNvSpPr/>
            <p:nvPr/>
          </p:nvSpPr>
          <p:spPr>
            <a:xfrm>
              <a:off x="937150" y="2104550"/>
              <a:ext cx="6622775" cy="1510475"/>
            </a:xfrm>
            <a:custGeom>
              <a:rect b="b" l="l" r="r" t="t"/>
              <a:pathLst>
                <a:path extrusionOk="0" h="60419" w="264911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9"/>
            <p:cNvSpPr/>
            <p:nvPr/>
          </p:nvSpPr>
          <p:spPr>
            <a:xfrm>
              <a:off x="1664700" y="294775"/>
              <a:ext cx="3135650" cy="766675"/>
            </a:xfrm>
            <a:custGeom>
              <a:rect b="b" l="l" r="r" t="t"/>
              <a:pathLst>
                <a:path extrusionOk="0" h="30667" w="125426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9"/>
            <p:cNvSpPr/>
            <p:nvPr/>
          </p:nvSpPr>
          <p:spPr>
            <a:xfrm>
              <a:off x="100600" y="2193550"/>
              <a:ext cx="3410675" cy="530725"/>
            </a:xfrm>
            <a:custGeom>
              <a:rect b="b" l="l" r="r" t="t"/>
              <a:pathLst>
                <a:path extrusionOk="0" h="21229" w="136427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9"/>
            <p:cNvSpPr/>
            <p:nvPr/>
          </p:nvSpPr>
          <p:spPr>
            <a:xfrm>
              <a:off x="106300" y="832600"/>
              <a:ext cx="2024625" cy="395475"/>
            </a:xfrm>
            <a:custGeom>
              <a:rect b="b" l="l" r="r" t="t"/>
              <a:pathLst>
                <a:path extrusionOk="0" h="15819" w="80985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9"/>
            <p:cNvSpPr/>
            <p:nvPr/>
          </p:nvSpPr>
          <p:spPr>
            <a:xfrm>
              <a:off x="24125" y="1108225"/>
              <a:ext cx="1654850" cy="513025"/>
            </a:xfrm>
            <a:custGeom>
              <a:rect b="b" l="l" r="r" t="t"/>
              <a:pathLst>
                <a:path extrusionOk="0" h="20521" w="66194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9"/>
            <p:cNvSpPr/>
            <p:nvPr/>
          </p:nvSpPr>
          <p:spPr>
            <a:xfrm>
              <a:off x="24125" y="1371850"/>
              <a:ext cx="979225" cy="45197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9"/>
            <p:cNvSpPr/>
            <p:nvPr/>
          </p:nvSpPr>
          <p:spPr>
            <a:xfrm>
              <a:off x="5585500" y="1408375"/>
              <a:ext cx="1529900" cy="580350"/>
            </a:xfrm>
            <a:custGeom>
              <a:rect b="b" l="l" r="r" t="t"/>
              <a:pathLst>
                <a:path extrusionOk="0" h="23214" w="61196">
                  <a:moveTo>
                    <a:pt x="49121" y="0"/>
                  </a:moveTo>
                  <a:lnTo>
                    <a:pt x="26661" y="22460"/>
                  </a:lnTo>
                  <a:lnTo>
                    <a:pt x="389" y="22460"/>
                  </a:lnTo>
                  <a:cubicBezTo>
                    <a:pt x="161" y="22460"/>
                    <a:pt x="1" y="22620"/>
                    <a:pt x="1" y="22848"/>
                  </a:cubicBezTo>
                  <a:cubicBezTo>
                    <a:pt x="1" y="23054"/>
                    <a:pt x="161" y="23214"/>
                    <a:pt x="389" y="23214"/>
                  </a:cubicBezTo>
                  <a:lnTo>
                    <a:pt x="26980" y="23214"/>
                  </a:lnTo>
                  <a:lnTo>
                    <a:pt x="49441" y="776"/>
                  </a:lnTo>
                  <a:lnTo>
                    <a:pt x="60808" y="776"/>
                  </a:lnTo>
                  <a:cubicBezTo>
                    <a:pt x="61013" y="776"/>
                    <a:pt x="61196" y="594"/>
                    <a:pt x="61196" y="388"/>
                  </a:cubicBezTo>
                  <a:cubicBezTo>
                    <a:pt x="61196" y="183"/>
                    <a:pt x="61013" y="0"/>
                    <a:pt x="6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9"/>
            <p:cNvSpPr/>
            <p:nvPr/>
          </p:nvSpPr>
          <p:spPr>
            <a:xfrm>
              <a:off x="5953000" y="35431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9"/>
            <p:cNvSpPr/>
            <p:nvPr/>
          </p:nvSpPr>
          <p:spPr>
            <a:xfrm>
              <a:off x="5976400" y="356650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9"/>
            <p:cNvSpPr/>
            <p:nvPr/>
          </p:nvSpPr>
          <p:spPr>
            <a:xfrm>
              <a:off x="5421175" y="22563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2"/>
                    <a:pt x="3972" y="5022"/>
                    <a:pt x="2694" y="5022"/>
                  </a:cubicBezTo>
                  <a:cubicBezTo>
                    <a:pt x="1415" y="5022"/>
                    <a:pt x="365" y="3972"/>
                    <a:pt x="365" y="2694"/>
                  </a:cubicBezTo>
                  <a:cubicBezTo>
                    <a:pt x="365" y="1416"/>
                    <a:pt x="1415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9"/>
            <p:cNvSpPr/>
            <p:nvPr/>
          </p:nvSpPr>
          <p:spPr>
            <a:xfrm>
              <a:off x="5444575" y="22797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0"/>
                  </a:moveTo>
                  <a:cubicBezTo>
                    <a:pt x="776" y="0"/>
                    <a:pt x="0" y="799"/>
                    <a:pt x="0" y="1758"/>
                  </a:cubicBezTo>
                  <a:cubicBezTo>
                    <a:pt x="0" y="2739"/>
                    <a:pt x="776" y="3516"/>
                    <a:pt x="1758" y="3516"/>
                  </a:cubicBezTo>
                  <a:cubicBezTo>
                    <a:pt x="2716" y="3516"/>
                    <a:pt x="3515" y="2739"/>
                    <a:pt x="3515" y="1758"/>
                  </a:cubicBezTo>
                  <a:cubicBezTo>
                    <a:pt x="3515" y="799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9"/>
            <p:cNvSpPr/>
            <p:nvPr/>
          </p:nvSpPr>
          <p:spPr>
            <a:xfrm>
              <a:off x="5459400" y="19122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9"/>
            <p:cNvSpPr/>
            <p:nvPr/>
          </p:nvSpPr>
          <p:spPr>
            <a:xfrm>
              <a:off x="5482800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99" y="1"/>
                    <a:pt x="0" y="777"/>
                    <a:pt x="0" y="1758"/>
                  </a:cubicBezTo>
                  <a:cubicBezTo>
                    <a:pt x="0" y="2717"/>
                    <a:pt x="799" y="3516"/>
                    <a:pt x="1758" y="3516"/>
                  </a:cubicBezTo>
                  <a:cubicBezTo>
                    <a:pt x="2739" y="3516"/>
                    <a:pt x="3515" y="2717"/>
                    <a:pt x="3515" y="1758"/>
                  </a:cubicBezTo>
                  <a:cubicBezTo>
                    <a:pt x="3515" y="777"/>
                    <a:pt x="2739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9"/>
            <p:cNvSpPr/>
            <p:nvPr/>
          </p:nvSpPr>
          <p:spPr>
            <a:xfrm>
              <a:off x="4736975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9"/>
            <p:cNvSpPr/>
            <p:nvPr/>
          </p:nvSpPr>
          <p:spPr>
            <a:xfrm>
              <a:off x="7044625" y="263295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9"/>
            <p:cNvSpPr/>
            <p:nvPr/>
          </p:nvSpPr>
          <p:spPr>
            <a:xfrm>
              <a:off x="4222850" y="1085400"/>
              <a:ext cx="134675" cy="134675"/>
            </a:xfrm>
            <a:custGeom>
              <a:rect b="b" l="l" r="r" t="t"/>
              <a:pathLst>
                <a:path extrusionOk="0" h="5387" w="5387">
                  <a:moveTo>
                    <a:pt x="2694" y="388"/>
                  </a:moveTo>
                  <a:cubicBezTo>
                    <a:pt x="3972" y="388"/>
                    <a:pt x="5022" y="1415"/>
                    <a:pt x="5022" y="2694"/>
                  </a:cubicBezTo>
                  <a:cubicBezTo>
                    <a:pt x="5022" y="3972"/>
                    <a:pt x="3972" y="4999"/>
                    <a:pt x="2694" y="4999"/>
                  </a:cubicBezTo>
                  <a:cubicBezTo>
                    <a:pt x="1415" y="4999"/>
                    <a:pt x="388" y="3972"/>
                    <a:pt x="388" y="2694"/>
                  </a:cubicBezTo>
                  <a:cubicBezTo>
                    <a:pt x="388" y="1415"/>
                    <a:pt x="1415" y="388"/>
                    <a:pt x="2694" y="388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7"/>
                    <a:pt x="1210" y="5387"/>
                    <a:pt x="2694" y="5387"/>
                  </a:cubicBezTo>
                  <a:cubicBezTo>
                    <a:pt x="4177" y="5387"/>
                    <a:pt x="5387" y="4177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9"/>
            <p:cNvSpPr/>
            <p:nvPr/>
          </p:nvSpPr>
          <p:spPr>
            <a:xfrm>
              <a:off x="4246800" y="1108775"/>
              <a:ext cx="87350" cy="87925"/>
            </a:xfrm>
            <a:custGeom>
              <a:rect b="b" l="l" r="r" t="t"/>
              <a:pathLst>
                <a:path extrusionOk="0" h="3517" w="3494">
                  <a:moveTo>
                    <a:pt x="1736" y="1"/>
                  </a:moveTo>
                  <a:cubicBezTo>
                    <a:pt x="777" y="1"/>
                    <a:pt x="1" y="800"/>
                    <a:pt x="1" y="1759"/>
                  </a:cubicBezTo>
                  <a:cubicBezTo>
                    <a:pt x="1" y="2717"/>
                    <a:pt x="777" y="3516"/>
                    <a:pt x="1736" y="3516"/>
                  </a:cubicBezTo>
                  <a:cubicBezTo>
                    <a:pt x="2717" y="3516"/>
                    <a:pt x="3493" y="2717"/>
                    <a:pt x="3493" y="1759"/>
                  </a:cubicBezTo>
                  <a:cubicBezTo>
                    <a:pt x="3493" y="800"/>
                    <a:pt x="2717" y="1"/>
                    <a:pt x="1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9"/>
            <p:cNvSpPr/>
            <p:nvPr/>
          </p:nvSpPr>
          <p:spPr>
            <a:xfrm>
              <a:off x="3502700" y="25850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9"/>
            <p:cNvSpPr/>
            <p:nvPr/>
          </p:nvSpPr>
          <p:spPr>
            <a:xfrm>
              <a:off x="3526100" y="2608400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9"/>
            <p:cNvSpPr/>
            <p:nvPr/>
          </p:nvSpPr>
          <p:spPr>
            <a:xfrm>
              <a:off x="2281550" y="115615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9"/>
            <p:cNvSpPr/>
            <p:nvPr/>
          </p:nvSpPr>
          <p:spPr>
            <a:xfrm>
              <a:off x="2304950" y="1179550"/>
              <a:ext cx="87325" cy="87900"/>
            </a:xfrm>
            <a:custGeom>
              <a:rect b="b" l="l" r="r" t="t"/>
              <a:pathLst>
                <a:path extrusionOk="0" h="3516" w="3493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9"/>
            <p:cNvSpPr/>
            <p:nvPr/>
          </p:nvSpPr>
          <p:spPr>
            <a:xfrm>
              <a:off x="1577950" y="1004925"/>
              <a:ext cx="94750" cy="94750"/>
            </a:xfrm>
            <a:custGeom>
              <a:rect b="b" l="l" r="r" t="t"/>
              <a:pathLst>
                <a:path extrusionOk="0" h="3790" w="379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9"/>
            <p:cNvSpPr/>
            <p:nvPr/>
          </p:nvSpPr>
          <p:spPr>
            <a:xfrm>
              <a:off x="1595075" y="1022050"/>
              <a:ext cx="59950" cy="59950"/>
            </a:xfrm>
            <a:custGeom>
              <a:rect b="b" l="l" r="r" t="t"/>
              <a:pathLst>
                <a:path extrusionOk="0" h="2398" w="2398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19"/>
            <p:cNvSpPr/>
            <p:nvPr/>
          </p:nvSpPr>
          <p:spPr>
            <a:xfrm>
              <a:off x="2892125" y="11704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9"/>
            <p:cNvSpPr/>
            <p:nvPr/>
          </p:nvSpPr>
          <p:spPr>
            <a:xfrm>
              <a:off x="7004675" y="136615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36" y="0"/>
                    <a:pt x="0" y="959"/>
                    <a:pt x="0" y="2123"/>
                  </a:cubicBezTo>
                  <a:cubicBezTo>
                    <a:pt x="0" y="3310"/>
                    <a:pt x="936" y="4246"/>
                    <a:pt x="2123" y="4246"/>
                  </a:cubicBezTo>
                  <a:cubicBezTo>
                    <a:pt x="3287" y="4246"/>
                    <a:pt x="4246" y="3310"/>
                    <a:pt x="4246" y="2123"/>
                  </a:cubicBezTo>
                  <a:cubicBezTo>
                    <a:pt x="4246" y="959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19"/>
            <p:cNvSpPr/>
            <p:nvPr/>
          </p:nvSpPr>
          <p:spPr>
            <a:xfrm>
              <a:off x="6446600" y="227060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9"/>
            <p:cNvSpPr/>
            <p:nvPr/>
          </p:nvSpPr>
          <p:spPr>
            <a:xfrm>
              <a:off x="6258275" y="3300575"/>
              <a:ext cx="69650" cy="69650"/>
            </a:xfrm>
            <a:custGeom>
              <a:rect b="b" l="l" r="r" t="t"/>
              <a:pathLst>
                <a:path extrusionOk="0" h="2786" w="2786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9"/>
            <p:cNvSpPr/>
            <p:nvPr/>
          </p:nvSpPr>
          <p:spPr>
            <a:xfrm>
              <a:off x="4746100" y="3030675"/>
              <a:ext cx="69650" cy="69075"/>
            </a:xfrm>
            <a:custGeom>
              <a:rect b="b" l="l" r="r" t="t"/>
              <a:pathLst>
                <a:path extrusionOk="0" h="2763" w="2786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9"/>
            <p:cNvSpPr/>
            <p:nvPr/>
          </p:nvSpPr>
          <p:spPr>
            <a:xfrm>
              <a:off x="5111875" y="1378700"/>
              <a:ext cx="106175" cy="106150"/>
            </a:xfrm>
            <a:custGeom>
              <a:rect b="b" l="l" r="r" t="t"/>
              <a:pathLst>
                <a:path extrusionOk="0" h="4246" w="4247">
                  <a:moveTo>
                    <a:pt x="2124" y="0"/>
                  </a:moveTo>
                  <a:cubicBezTo>
                    <a:pt x="960" y="0"/>
                    <a:pt x="1" y="959"/>
                    <a:pt x="1" y="2123"/>
                  </a:cubicBezTo>
                  <a:cubicBezTo>
                    <a:pt x="1" y="3310"/>
                    <a:pt x="960" y="4246"/>
                    <a:pt x="2124" y="4246"/>
                  </a:cubicBezTo>
                  <a:cubicBezTo>
                    <a:pt x="3288" y="4246"/>
                    <a:pt x="4246" y="3310"/>
                    <a:pt x="4246" y="2123"/>
                  </a:cubicBezTo>
                  <a:cubicBezTo>
                    <a:pt x="4246" y="959"/>
                    <a:pt x="3288" y="0"/>
                    <a:pt x="21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9"/>
            <p:cNvSpPr/>
            <p:nvPr/>
          </p:nvSpPr>
          <p:spPr>
            <a:xfrm>
              <a:off x="5692225" y="1404950"/>
              <a:ext cx="75350" cy="74775"/>
            </a:xfrm>
            <a:custGeom>
              <a:rect b="b" l="l" r="r" t="t"/>
              <a:pathLst>
                <a:path extrusionOk="0" h="2991" w="3014">
                  <a:moveTo>
                    <a:pt x="1507" y="0"/>
                  </a:moveTo>
                  <a:cubicBezTo>
                    <a:pt x="685" y="0"/>
                    <a:pt x="0" y="662"/>
                    <a:pt x="0" y="1507"/>
                  </a:cubicBezTo>
                  <a:cubicBezTo>
                    <a:pt x="0" y="2328"/>
                    <a:pt x="685" y="2990"/>
                    <a:pt x="1507" y="2990"/>
                  </a:cubicBezTo>
                  <a:cubicBezTo>
                    <a:pt x="2328" y="2990"/>
                    <a:pt x="3013" y="2328"/>
                    <a:pt x="3013" y="1507"/>
                  </a:cubicBezTo>
                  <a:cubicBezTo>
                    <a:pt x="3013" y="662"/>
                    <a:pt x="2328" y="0"/>
                    <a:pt x="1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9"/>
            <p:cNvSpPr/>
            <p:nvPr/>
          </p:nvSpPr>
          <p:spPr>
            <a:xfrm>
              <a:off x="5821750" y="1469425"/>
              <a:ext cx="79350" cy="79350"/>
            </a:xfrm>
            <a:custGeom>
              <a:rect b="b" l="l" r="r" t="t"/>
              <a:pathLst>
                <a:path extrusionOk="0" h="3174" w="3174">
                  <a:moveTo>
                    <a:pt x="1598" y="1"/>
                  </a:moveTo>
                  <a:cubicBezTo>
                    <a:pt x="708" y="1"/>
                    <a:pt x="1" y="708"/>
                    <a:pt x="1" y="1575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75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9"/>
            <p:cNvSpPr/>
            <p:nvPr/>
          </p:nvSpPr>
          <p:spPr>
            <a:xfrm>
              <a:off x="3572900" y="2384150"/>
              <a:ext cx="139825" cy="139250"/>
            </a:xfrm>
            <a:custGeom>
              <a:rect b="b" l="l" r="r" t="t"/>
              <a:pathLst>
                <a:path extrusionOk="0" h="5570" w="5593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9"/>
            <p:cNvSpPr/>
            <p:nvPr/>
          </p:nvSpPr>
          <p:spPr>
            <a:xfrm>
              <a:off x="5419450" y="2995300"/>
              <a:ext cx="139825" cy="139825"/>
            </a:xfrm>
            <a:custGeom>
              <a:rect b="b" l="l" r="r" t="t"/>
              <a:pathLst>
                <a:path extrusionOk="0" h="5593" w="5593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9"/>
            <p:cNvSpPr/>
            <p:nvPr/>
          </p:nvSpPr>
          <p:spPr>
            <a:xfrm>
              <a:off x="3311550" y="1787275"/>
              <a:ext cx="65075" cy="65075"/>
            </a:xfrm>
            <a:custGeom>
              <a:rect b="b" l="l" r="r" t="t"/>
              <a:pathLst>
                <a:path extrusionOk="0" h="2603" w="2603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9"/>
            <p:cNvSpPr/>
            <p:nvPr/>
          </p:nvSpPr>
          <p:spPr>
            <a:xfrm>
              <a:off x="3501550" y="1519075"/>
              <a:ext cx="143825" cy="144400"/>
            </a:xfrm>
            <a:custGeom>
              <a:rect b="b" l="l" r="r" t="t"/>
              <a:pathLst>
                <a:path extrusionOk="0" h="5776" w="5753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9"/>
            <p:cNvSpPr/>
            <p:nvPr/>
          </p:nvSpPr>
          <p:spPr>
            <a:xfrm>
              <a:off x="3526675" y="1544750"/>
              <a:ext cx="93600" cy="93050"/>
            </a:xfrm>
            <a:custGeom>
              <a:rect b="b" l="l" r="r" t="t"/>
              <a:pathLst>
                <a:path extrusionOk="0" h="3722" w="3744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9"/>
            <p:cNvSpPr/>
            <p:nvPr/>
          </p:nvSpPr>
          <p:spPr>
            <a:xfrm>
              <a:off x="1930050" y="1563575"/>
              <a:ext cx="106150" cy="106175"/>
            </a:xfrm>
            <a:custGeom>
              <a:rect b="b" l="l" r="r" t="t"/>
              <a:pathLst>
                <a:path extrusionOk="0" h="4247" w="4246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9"/>
            <p:cNvSpPr/>
            <p:nvPr/>
          </p:nvSpPr>
          <p:spPr>
            <a:xfrm>
              <a:off x="1621325" y="1563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9"/>
            <p:cNvSpPr/>
            <p:nvPr/>
          </p:nvSpPr>
          <p:spPr>
            <a:xfrm>
              <a:off x="944550" y="1765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9"/>
            <p:cNvSpPr/>
            <p:nvPr/>
          </p:nvSpPr>
          <p:spPr>
            <a:xfrm>
              <a:off x="496050" y="13239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9"/>
            <p:cNvSpPr/>
            <p:nvPr/>
          </p:nvSpPr>
          <p:spPr>
            <a:xfrm>
              <a:off x="3168300" y="1186975"/>
              <a:ext cx="72500" cy="73050"/>
            </a:xfrm>
            <a:custGeom>
              <a:rect b="b" l="l" r="r" t="t"/>
              <a:pathLst>
                <a:path extrusionOk="0" h="2922" w="290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9"/>
            <p:cNvSpPr/>
            <p:nvPr/>
          </p:nvSpPr>
          <p:spPr>
            <a:xfrm>
              <a:off x="1238425" y="1362725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9"/>
            <p:cNvSpPr/>
            <p:nvPr/>
          </p:nvSpPr>
          <p:spPr>
            <a:xfrm>
              <a:off x="2281550" y="832600"/>
              <a:ext cx="2995850" cy="9725"/>
            </a:xfrm>
            <a:custGeom>
              <a:rect b="b" l="l" r="r" t="t"/>
              <a:pathLst>
                <a:path extrusionOk="0" h="389" w="119834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9"/>
            <p:cNvSpPr/>
            <p:nvPr/>
          </p:nvSpPr>
          <p:spPr>
            <a:xfrm>
              <a:off x="2222775" y="800650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9"/>
            <p:cNvSpPr/>
            <p:nvPr/>
          </p:nvSpPr>
          <p:spPr>
            <a:xfrm>
              <a:off x="5235725" y="800650"/>
              <a:ext cx="73050" cy="73050"/>
            </a:xfrm>
            <a:custGeom>
              <a:rect b="b" l="l" r="r" t="t"/>
              <a:pathLst>
                <a:path extrusionOk="0" h="2922" w="2922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9"/>
            <p:cNvSpPr/>
            <p:nvPr/>
          </p:nvSpPr>
          <p:spPr>
            <a:xfrm>
              <a:off x="5732175" y="319450"/>
              <a:ext cx="1118450" cy="1117475"/>
            </a:xfrm>
            <a:custGeom>
              <a:rect b="b" l="l" r="r" t="t"/>
              <a:pathLst>
                <a:path extrusionOk="0" h="44699" w="44738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9"/>
            <p:cNvSpPr/>
            <p:nvPr/>
          </p:nvSpPr>
          <p:spPr>
            <a:xfrm>
              <a:off x="5870250" y="381100"/>
              <a:ext cx="1118475" cy="1117450"/>
            </a:xfrm>
            <a:custGeom>
              <a:rect b="b" l="l" r="r" t="t"/>
              <a:pathLst>
                <a:path extrusionOk="0" h="44698" w="44739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9"/>
            <p:cNvSpPr/>
            <p:nvPr/>
          </p:nvSpPr>
          <p:spPr>
            <a:xfrm>
              <a:off x="4775775" y="1974875"/>
              <a:ext cx="2300825" cy="706600"/>
            </a:xfrm>
            <a:custGeom>
              <a:rect b="b" l="l" r="r" t="t"/>
              <a:pathLst>
                <a:path extrusionOk="0" h="28264" w="92033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9"/>
            <p:cNvSpPr/>
            <p:nvPr/>
          </p:nvSpPr>
          <p:spPr>
            <a:xfrm>
              <a:off x="3518100" y="2023500"/>
              <a:ext cx="149550" cy="93050"/>
            </a:xfrm>
            <a:custGeom>
              <a:rect b="b" l="l" r="r" t="t"/>
              <a:pathLst>
                <a:path extrusionOk="0" h="3722" w="5982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9"/>
            <p:cNvSpPr/>
            <p:nvPr/>
          </p:nvSpPr>
          <p:spPr>
            <a:xfrm>
              <a:off x="36305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9"/>
            <p:cNvSpPr/>
            <p:nvPr/>
          </p:nvSpPr>
          <p:spPr>
            <a:xfrm>
              <a:off x="37423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9"/>
            <p:cNvSpPr/>
            <p:nvPr/>
          </p:nvSpPr>
          <p:spPr>
            <a:xfrm>
              <a:off x="38547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9"/>
            <p:cNvSpPr/>
            <p:nvPr/>
          </p:nvSpPr>
          <p:spPr>
            <a:xfrm>
              <a:off x="39666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9"/>
            <p:cNvSpPr/>
            <p:nvPr/>
          </p:nvSpPr>
          <p:spPr>
            <a:xfrm>
              <a:off x="40784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9"/>
            <p:cNvSpPr/>
            <p:nvPr/>
          </p:nvSpPr>
          <p:spPr>
            <a:xfrm>
              <a:off x="41908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9"/>
            <p:cNvSpPr/>
            <p:nvPr/>
          </p:nvSpPr>
          <p:spPr>
            <a:xfrm>
              <a:off x="430272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9"/>
            <p:cNvSpPr/>
            <p:nvPr/>
          </p:nvSpPr>
          <p:spPr>
            <a:xfrm>
              <a:off x="27180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9"/>
            <p:cNvSpPr/>
            <p:nvPr/>
          </p:nvSpPr>
          <p:spPr>
            <a:xfrm>
              <a:off x="29258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9"/>
            <p:cNvSpPr/>
            <p:nvPr/>
          </p:nvSpPr>
          <p:spPr>
            <a:xfrm>
              <a:off x="3133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9"/>
            <p:cNvSpPr/>
            <p:nvPr/>
          </p:nvSpPr>
          <p:spPr>
            <a:xfrm>
              <a:off x="33417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9"/>
            <p:cNvSpPr/>
            <p:nvPr/>
          </p:nvSpPr>
          <p:spPr>
            <a:xfrm>
              <a:off x="3549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9"/>
            <p:cNvSpPr/>
            <p:nvPr/>
          </p:nvSpPr>
          <p:spPr>
            <a:xfrm>
              <a:off x="37572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9"/>
            <p:cNvSpPr/>
            <p:nvPr/>
          </p:nvSpPr>
          <p:spPr>
            <a:xfrm>
              <a:off x="61139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9"/>
            <p:cNvSpPr/>
            <p:nvPr/>
          </p:nvSpPr>
          <p:spPr>
            <a:xfrm>
              <a:off x="5906200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9"/>
            <p:cNvSpPr/>
            <p:nvPr/>
          </p:nvSpPr>
          <p:spPr>
            <a:xfrm>
              <a:off x="5698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9"/>
            <p:cNvSpPr/>
            <p:nvPr/>
          </p:nvSpPr>
          <p:spPr>
            <a:xfrm>
              <a:off x="54902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9"/>
            <p:cNvSpPr/>
            <p:nvPr/>
          </p:nvSpPr>
          <p:spPr>
            <a:xfrm>
              <a:off x="5282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9"/>
            <p:cNvSpPr/>
            <p:nvPr/>
          </p:nvSpPr>
          <p:spPr>
            <a:xfrm>
              <a:off x="5074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9"/>
            <p:cNvSpPr/>
            <p:nvPr/>
          </p:nvSpPr>
          <p:spPr>
            <a:xfrm>
              <a:off x="4867075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9"/>
            <p:cNvSpPr/>
            <p:nvPr/>
          </p:nvSpPr>
          <p:spPr>
            <a:xfrm>
              <a:off x="4658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9"/>
            <p:cNvSpPr/>
            <p:nvPr/>
          </p:nvSpPr>
          <p:spPr>
            <a:xfrm>
              <a:off x="48534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9"/>
            <p:cNvSpPr/>
            <p:nvPr/>
          </p:nvSpPr>
          <p:spPr>
            <a:xfrm>
              <a:off x="49407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9"/>
            <p:cNvSpPr/>
            <p:nvPr/>
          </p:nvSpPr>
          <p:spPr>
            <a:xfrm>
              <a:off x="50280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9"/>
            <p:cNvSpPr/>
            <p:nvPr/>
          </p:nvSpPr>
          <p:spPr>
            <a:xfrm>
              <a:off x="51153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9"/>
            <p:cNvSpPr/>
            <p:nvPr/>
          </p:nvSpPr>
          <p:spPr>
            <a:xfrm>
              <a:off x="52026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9"/>
            <p:cNvSpPr/>
            <p:nvPr/>
          </p:nvSpPr>
          <p:spPr>
            <a:xfrm>
              <a:off x="52899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9"/>
            <p:cNvSpPr/>
            <p:nvPr/>
          </p:nvSpPr>
          <p:spPr>
            <a:xfrm>
              <a:off x="53772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9"/>
            <p:cNvSpPr/>
            <p:nvPr/>
          </p:nvSpPr>
          <p:spPr>
            <a:xfrm>
              <a:off x="54651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9"/>
            <p:cNvSpPr/>
            <p:nvPr/>
          </p:nvSpPr>
          <p:spPr>
            <a:xfrm>
              <a:off x="5552425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9"/>
            <p:cNvSpPr/>
            <p:nvPr/>
          </p:nvSpPr>
          <p:spPr>
            <a:xfrm>
              <a:off x="56397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9"/>
            <p:cNvSpPr/>
            <p:nvPr/>
          </p:nvSpPr>
          <p:spPr>
            <a:xfrm>
              <a:off x="57270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19"/>
          <p:cNvGrpSpPr/>
          <p:nvPr/>
        </p:nvGrpSpPr>
        <p:grpSpPr>
          <a:xfrm>
            <a:off x="368162" y="1909134"/>
            <a:ext cx="352280" cy="353863"/>
            <a:chOff x="1448125" y="1450525"/>
            <a:chExt cx="133500" cy="134100"/>
          </a:xfrm>
        </p:grpSpPr>
        <p:sp>
          <p:nvSpPr>
            <p:cNvPr id="105" name="Google Shape;105;p19"/>
            <p:cNvSpPr/>
            <p:nvPr/>
          </p:nvSpPr>
          <p:spPr>
            <a:xfrm>
              <a:off x="1448125" y="1450525"/>
              <a:ext cx="133500" cy="134100"/>
            </a:xfrm>
            <a:custGeom>
              <a:rect b="b" l="l" r="r" t="t"/>
              <a:pathLst>
                <a:path extrusionOk="0" h="5364" w="5340">
                  <a:moveTo>
                    <a:pt x="2457" y="1"/>
                  </a:moveTo>
                  <a:lnTo>
                    <a:pt x="2256" y="452"/>
                  </a:lnTo>
                  <a:cubicBezTo>
                    <a:pt x="2056" y="502"/>
                    <a:pt x="1855" y="577"/>
                    <a:pt x="1680" y="652"/>
                  </a:cubicBezTo>
                  <a:lnTo>
                    <a:pt x="1229" y="427"/>
                  </a:lnTo>
                  <a:cubicBezTo>
                    <a:pt x="1003" y="552"/>
                    <a:pt x="803" y="727"/>
                    <a:pt x="627" y="928"/>
                  </a:cubicBezTo>
                  <a:lnTo>
                    <a:pt x="828" y="1404"/>
                  </a:lnTo>
                  <a:cubicBezTo>
                    <a:pt x="703" y="1579"/>
                    <a:pt x="602" y="1755"/>
                    <a:pt x="527" y="1955"/>
                  </a:cubicBezTo>
                  <a:lnTo>
                    <a:pt x="51" y="2081"/>
                  </a:lnTo>
                  <a:cubicBezTo>
                    <a:pt x="26" y="2281"/>
                    <a:pt x="1" y="2482"/>
                    <a:pt x="1" y="2682"/>
                  </a:cubicBezTo>
                  <a:cubicBezTo>
                    <a:pt x="1" y="2757"/>
                    <a:pt x="1" y="2808"/>
                    <a:pt x="1" y="2883"/>
                  </a:cubicBezTo>
                  <a:lnTo>
                    <a:pt x="452" y="3083"/>
                  </a:lnTo>
                  <a:cubicBezTo>
                    <a:pt x="502" y="3284"/>
                    <a:pt x="552" y="3484"/>
                    <a:pt x="652" y="3685"/>
                  </a:cubicBezTo>
                  <a:lnTo>
                    <a:pt x="402" y="4111"/>
                  </a:lnTo>
                  <a:cubicBezTo>
                    <a:pt x="552" y="4336"/>
                    <a:pt x="728" y="4537"/>
                    <a:pt x="928" y="4712"/>
                  </a:cubicBezTo>
                  <a:lnTo>
                    <a:pt x="1379" y="4537"/>
                  </a:lnTo>
                  <a:cubicBezTo>
                    <a:pt x="1555" y="4637"/>
                    <a:pt x="1755" y="4737"/>
                    <a:pt x="1956" y="4813"/>
                  </a:cubicBezTo>
                  <a:lnTo>
                    <a:pt x="2081" y="5289"/>
                  </a:lnTo>
                  <a:cubicBezTo>
                    <a:pt x="2282" y="5339"/>
                    <a:pt x="2457" y="5364"/>
                    <a:pt x="2657" y="5364"/>
                  </a:cubicBezTo>
                  <a:cubicBezTo>
                    <a:pt x="2733" y="5364"/>
                    <a:pt x="2808" y="5364"/>
                    <a:pt x="2883" y="5339"/>
                  </a:cubicBezTo>
                  <a:lnTo>
                    <a:pt x="3084" y="4888"/>
                  </a:lnTo>
                  <a:cubicBezTo>
                    <a:pt x="3284" y="4863"/>
                    <a:pt x="3485" y="4787"/>
                    <a:pt x="3660" y="4687"/>
                  </a:cubicBezTo>
                  <a:lnTo>
                    <a:pt x="4111" y="4938"/>
                  </a:lnTo>
                  <a:cubicBezTo>
                    <a:pt x="4337" y="4787"/>
                    <a:pt x="4537" y="4612"/>
                    <a:pt x="4713" y="4412"/>
                  </a:cubicBezTo>
                  <a:lnTo>
                    <a:pt x="4512" y="3960"/>
                  </a:lnTo>
                  <a:cubicBezTo>
                    <a:pt x="4637" y="3785"/>
                    <a:pt x="4738" y="3610"/>
                    <a:pt x="4813" y="3409"/>
                  </a:cubicBezTo>
                  <a:lnTo>
                    <a:pt x="5289" y="3259"/>
                  </a:lnTo>
                  <a:cubicBezTo>
                    <a:pt x="5314" y="3083"/>
                    <a:pt x="5339" y="2883"/>
                    <a:pt x="5339" y="2682"/>
                  </a:cubicBezTo>
                  <a:cubicBezTo>
                    <a:pt x="5339" y="2607"/>
                    <a:pt x="5339" y="2532"/>
                    <a:pt x="5339" y="2482"/>
                  </a:cubicBezTo>
                  <a:lnTo>
                    <a:pt x="4888" y="2281"/>
                  </a:lnTo>
                  <a:cubicBezTo>
                    <a:pt x="4838" y="2056"/>
                    <a:pt x="4788" y="1855"/>
                    <a:pt x="4688" y="1680"/>
                  </a:cubicBezTo>
                  <a:lnTo>
                    <a:pt x="4938" y="1254"/>
                  </a:lnTo>
                  <a:cubicBezTo>
                    <a:pt x="4788" y="1028"/>
                    <a:pt x="4612" y="828"/>
                    <a:pt x="4412" y="652"/>
                  </a:cubicBezTo>
                  <a:lnTo>
                    <a:pt x="3961" y="828"/>
                  </a:lnTo>
                  <a:cubicBezTo>
                    <a:pt x="3785" y="702"/>
                    <a:pt x="3585" y="602"/>
                    <a:pt x="3384" y="552"/>
                  </a:cubicBezTo>
                  <a:lnTo>
                    <a:pt x="3259" y="76"/>
                  </a:lnTo>
                  <a:cubicBezTo>
                    <a:pt x="3058" y="26"/>
                    <a:pt x="2883" y="1"/>
                    <a:pt x="26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9"/>
            <p:cNvSpPr/>
            <p:nvPr/>
          </p:nvSpPr>
          <p:spPr>
            <a:xfrm>
              <a:off x="1476325" y="1479350"/>
              <a:ext cx="77100" cy="76475"/>
            </a:xfrm>
            <a:custGeom>
              <a:rect b="b" l="l" r="r" t="t"/>
              <a:pathLst>
                <a:path extrusionOk="0" h="3059" w="3084">
                  <a:moveTo>
                    <a:pt x="1529" y="0"/>
                  </a:moveTo>
                  <a:cubicBezTo>
                    <a:pt x="702" y="0"/>
                    <a:pt x="1" y="677"/>
                    <a:pt x="1" y="1529"/>
                  </a:cubicBezTo>
                  <a:cubicBezTo>
                    <a:pt x="1" y="2381"/>
                    <a:pt x="702" y="3058"/>
                    <a:pt x="1529" y="3058"/>
                  </a:cubicBezTo>
                  <a:cubicBezTo>
                    <a:pt x="2382" y="3058"/>
                    <a:pt x="3083" y="2381"/>
                    <a:pt x="3083" y="1529"/>
                  </a:cubicBezTo>
                  <a:cubicBezTo>
                    <a:pt x="3083" y="677"/>
                    <a:pt x="2382" y="0"/>
                    <a:pt x="15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" name="Google Shape;107;p19"/>
          <p:cNvGrpSpPr/>
          <p:nvPr/>
        </p:nvGrpSpPr>
        <p:grpSpPr>
          <a:xfrm>
            <a:off x="723674" y="1578426"/>
            <a:ext cx="552301" cy="552301"/>
            <a:chOff x="1582850" y="1325200"/>
            <a:chExt cx="209300" cy="209300"/>
          </a:xfrm>
        </p:grpSpPr>
        <p:sp>
          <p:nvSpPr>
            <p:cNvPr id="108" name="Google Shape;108;p19"/>
            <p:cNvSpPr/>
            <p:nvPr/>
          </p:nvSpPr>
          <p:spPr>
            <a:xfrm>
              <a:off x="1582850" y="1325200"/>
              <a:ext cx="209300" cy="209300"/>
            </a:xfrm>
            <a:custGeom>
              <a:rect b="b" l="l" r="r" t="t"/>
              <a:pathLst>
                <a:path extrusionOk="0" h="8372" w="8372">
                  <a:moveTo>
                    <a:pt x="4111" y="1"/>
                  </a:moveTo>
                  <a:cubicBezTo>
                    <a:pt x="3810" y="1"/>
                    <a:pt x="3509" y="26"/>
                    <a:pt x="3208" y="101"/>
                  </a:cubicBezTo>
                  <a:cubicBezTo>
                    <a:pt x="3083" y="126"/>
                    <a:pt x="2983" y="176"/>
                    <a:pt x="2883" y="201"/>
                  </a:cubicBezTo>
                  <a:lnTo>
                    <a:pt x="2757" y="953"/>
                  </a:lnTo>
                  <a:cubicBezTo>
                    <a:pt x="2456" y="1104"/>
                    <a:pt x="2181" y="1279"/>
                    <a:pt x="1930" y="1480"/>
                  </a:cubicBezTo>
                  <a:lnTo>
                    <a:pt x="1178" y="1279"/>
                  </a:lnTo>
                  <a:cubicBezTo>
                    <a:pt x="878" y="1580"/>
                    <a:pt x="652" y="1931"/>
                    <a:pt x="451" y="2282"/>
                  </a:cubicBezTo>
                  <a:lnTo>
                    <a:pt x="903" y="2933"/>
                  </a:lnTo>
                  <a:cubicBezTo>
                    <a:pt x="777" y="3234"/>
                    <a:pt x="702" y="3560"/>
                    <a:pt x="677" y="3886"/>
                  </a:cubicBezTo>
                  <a:lnTo>
                    <a:pt x="0" y="4262"/>
                  </a:lnTo>
                  <a:cubicBezTo>
                    <a:pt x="0" y="4562"/>
                    <a:pt x="50" y="4863"/>
                    <a:pt x="126" y="5189"/>
                  </a:cubicBezTo>
                  <a:cubicBezTo>
                    <a:pt x="151" y="5289"/>
                    <a:pt x="176" y="5389"/>
                    <a:pt x="201" y="5490"/>
                  </a:cubicBezTo>
                  <a:lnTo>
                    <a:pt x="978" y="5615"/>
                  </a:lnTo>
                  <a:cubicBezTo>
                    <a:pt x="1103" y="5941"/>
                    <a:pt x="1279" y="6217"/>
                    <a:pt x="1504" y="6442"/>
                  </a:cubicBezTo>
                  <a:lnTo>
                    <a:pt x="1279" y="7194"/>
                  </a:lnTo>
                  <a:cubicBezTo>
                    <a:pt x="1579" y="7495"/>
                    <a:pt x="1930" y="7745"/>
                    <a:pt x="2306" y="7921"/>
                  </a:cubicBezTo>
                  <a:lnTo>
                    <a:pt x="2933" y="7470"/>
                  </a:lnTo>
                  <a:cubicBezTo>
                    <a:pt x="3233" y="7595"/>
                    <a:pt x="3559" y="7670"/>
                    <a:pt x="3885" y="7695"/>
                  </a:cubicBezTo>
                  <a:lnTo>
                    <a:pt x="4261" y="8372"/>
                  </a:lnTo>
                  <a:cubicBezTo>
                    <a:pt x="4562" y="8372"/>
                    <a:pt x="4888" y="8322"/>
                    <a:pt x="5188" y="8247"/>
                  </a:cubicBezTo>
                  <a:cubicBezTo>
                    <a:pt x="5289" y="8222"/>
                    <a:pt x="5389" y="8196"/>
                    <a:pt x="5489" y="8171"/>
                  </a:cubicBezTo>
                  <a:lnTo>
                    <a:pt x="5639" y="7394"/>
                  </a:lnTo>
                  <a:cubicBezTo>
                    <a:pt x="5940" y="7269"/>
                    <a:pt x="6216" y="7094"/>
                    <a:pt x="6467" y="6893"/>
                  </a:cubicBezTo>
                  <a:lnTo>
                    <a:pt x="7218" y="7094"/>
                  </a:lnTo>
                  <a:cubicBezTo>
                    <a:pt x="7494" y="6793"/>
                    <a:pt x="7745" y="6442"/>
                    <a:pt x="7920" y="6066"/>
                  </a:cubicBezTo>
                  <a:lnTo>
                    <a:pt x="7494" y="5440"/>
                  </a:lnTo>
                  <a:cubicBezTo>
                    <a:pt x="7594" y="5139"/>
                    <a:pt x="7670" y="4813"/>
                    <a:pt x="7695" y="4487"/>
                  </a:cubicBezTo>
                  <a:lnTo>
                    <a:pt x="8371" y="4111"/>
                  </a:lnTo>
                  <a:cubicBezTo>
                    <a:pt x="8371" y="3810"/>
                    <a:pt x="8346" y="3485"/>
                    <a:pt x="8271" y="3184"/>
                  </a:cubicBezTo>
                  <a:cubicBezTo>
                    <a:pt x="8246" y="3084"/>
                    <a:pt x="8196" y="2983"/>
                    <a:pt x="8171" y="2883"/>
                  </a:cubicBezTo>
                  <a:lnTo>
                    <a:pt x="7419" y="2758"/>
                  </a:lnTo>
                  <a:cubicBezTo>
                    <a:pt x="7269" y="2432"/>
                    <a:pt x="7093" y="2156"/>
                    <a:pt x="6893" y="1906"/>
                  </a:cubicBezTo>
                  <a:lnTo>
                    <a:pt x="7093" y="1179"/>
                  </a:lnTo>
                  <a:cubicBezTo>
                    <a:pt x="6792" y="878"/>
                    <a:pt x="6467" y="628"/>
                    <a:pt x="6091" y="452"/>
                  </a:cubicBezTo>
                  <a:lnTo>
                    <a:pt x="5439" y="903"/>
                  </a:lnTo>
                  <a:cubicBezTo>
                    <a:pt x="5138" y="778"/>
                    <a:pt x="4812" y="703"/>
                    <a:pt x="4487" y="678"/>
                  </a:cubicBezTo>
                  <a:lnTo>
                    <a:pt x="4111" y="1"/>
                  </a:lnTo>
                  <a:close/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9"/>
            <p:cNvSpPr/>
            <p:nvPr/>
          </p:nvSpPr>
          <p:spPr>
            <a:xfrm>
              <a:off x="1621075" y="1369750"/>
              <a:ext cx="132850" cy="120200"/>
            </a:xfrm>
            <a:custGeom>
              <a:rect b="b" l="l" r="r" t="t"/>
              <a:pathLst>
                <a:path extrusionOk="0" h="4808" w="5314">
                  <a:moveTo>
                    <a:pt x="2667" y="1"/>
                  </a:moveTo>
                  <a:cubicBezTo>
                    <a:pt x="2474" y="1"/>
                    <a:pt x="2277" y="24"/>
                    <a:pt x="2080" y="74"/>
                  </a:cubicBezTo>
                  <a:cubicBezTo>
                    <a:pt x="802" y="374"/>
                    <a:pt x="0" y="1678"/>
                    <a:pt x="326" y="2981"/>
                  </a:cubicBezTo>
                  <a:cubicBezTo>
                    <a:pt x="603" y="4066"/>
                    <a:pt x="1584" y="4808"/>
                    <a:pt x="2656" y="4808"/>
                  </a:cubicBezTo>
                  <a:cubicBezTo>
                    <a:pt x="2847" y="4808"/>
                    <a:pt x="3040" y="4784"/>
                    <a:pt x="3233" y="4735"/>
                  </a:cubicBezTo>
                  <a:cubicBezTo>
                    <a:pt x="4511" y="4435"/>
                    <a:pt x="5313" y="3131"/>
                    <a:pt x="4988" y="1828"/>
                  </a:cubicBezTo>
                  <a:cubicBezTo>
                    <a:pt x="4732" y="743"/>
                    <a:pt x="3754" y="1"/>
                    <a:pt x="2667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9"/>
            <p:cNvSpPr/>
            <p:nvPr/>
          </p:nvSpPr>
          <p:spPr>
            <a:xfrm>
              <a:off x="1643000" y="1389100"/>
              <a:ext cx="89625" cy="81300"/>
            </a:xfrm>
            <a:custGeom>
              <a:rect b="b" l="l" r="r" t="t"/>
              <a:pathLst>
                <a:path extrusionOk="0" h="3252" w="3585">
                  <a:moveTo>
                    <a:pt x="1801" y="1"/>
                  </a:moveTo>
                  <a:cubicBezTo>
                    <a:pt x="1670" y="1"/>
                    <a:pt x="1537" y="17"/>
                    <a:pt x="1404" y="51"/>
                  </a:cubicBezTo>
                  <a:cubicBezTo>
                    <a:pt x="527" y="252"/>
                    <a:pt x="0" y="1154"/>
                    <a:pt x="201" y="2006"/>
                  </a:cubicBezTo>
                  <a:cubicBezTo>
                    <a:pt x="394" y="2758"/>
                    <a:pt x="1066" y="3252"/>
                    <a:pt x="1806" y="3252"/>
                  </a:cubicBezTo>
                  <a:cubicBezTo>
                    <a:pt x="1930" y="3252"/>
                    <a:pt x="2055" y="3238"/>
                    <a:pt x="2181" y="3209"/>
                  </a:cubicBezTo>
                  <a:cubicBezTo>
                    <a:pt x="3033" y="2984"/>
                    <a:pt x="3584" y="2107"/>
                    <a:pt x="3359" y="1254"/>
                  </a:cubicBezTo>
                  <a:cubicBezTo>
                    <a:pt x="3189" y="510"/>
                    <a:pt x="2532" y="1"/>
                    <a:pt x="1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9"/>
            <p:cNvSpPr/>
            <p:nvPr/>
          </p:nvSpPr>
          <p:spPr>
            <a:xfrm>
              <a:off x="1664925" y="1409050"/>
              <a:ext cx="45775" cy="41425"/>
            </a:xfrm>
            <a:custGeom>
              <a:rect b="b" l="l" r="r" t="t"/>
              <a:pathLst>
                <a:path extrusionOk="0" h="1657" w="1831">
                  <a:moveTo>
                    <a:pt x="922" y="0"/>
                  </a:moveTo>
                  <a:cubicBezTo>
                    <a:pt x="850" y="0"/>
                    <a:pt x="776" y="10"/>
                    <a:pt x="702" y="30"/>
                  </a:cubicBezTo>
                  <a:cubicBezTo>
                    <a:pt x="276" y="131"/>
                    <a:pt x="1" y="582"/>
                    <a:pt x="101" y="1033"/>
                  </a:cubicBezTo>
                  <a:cubicBezTo>
                    <a:pt x="186" y="1418"/>
                    <a:pt x="527" y="1656"/>
                    <a:pt x="905" y="1656"/>
                  </a:cubicBezTo>
                  <a:cubicBezTo>
                    <a:pt x="970" y="1656"/>
                    <a:pt x="1037" y="1649"/>
                    <a:pt x="1103" y="1634"/>
                  </a:cubicBezTo>
                  <a:cubicBezTo>
                    <a:pt x="1554" y="1534"/>
                    <a:pt x="1830" y="1083"/>
                    <a:pt x="1705" y="632"/>
                  </a:cubicBezTo>
                  <a:cubicBezTo>
                    <a:pt x="1621" y="255"/>
                    <a:pt x="1292" y="0"/>
                    <a:pt x="9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" name="Google Shape;112;p19"/>
          <p:cNvGrpSpPr/>
          <p:nvPr/>
        </p:nvGrpSpPr>
        <p:grpSpPr>
          <a:xfrm>
            <a:off x="-64791" y="3334954"/>
            <a:ext cx="2438787" cy="1857516"/>
            <a:chOff x="-64791" y="3334954"/>
            <a:chExt cx="2438787" cy="1857516"/>
          </a:xfrm>
        </p:grpSpPr>
        <p:sp>
          <p:nvSpPr>
            <p:cNvPr id="113" name="Google Shape;113;p19"/>
            <p:cNvSpPr/>
            <p:nvPr/>
          </p:nvSpPr>
          <p:spPr>
            <a:xfrm>
              <a:off x="153233" y="4953367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9"/>
            <p:cNvSpPr/>
            <p:nvPr/>
          </p:nvSpPr>
          <p:spPr>
            <a:xfrm>
              <a:off x="735872" y="4953367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9"/>
            <p:cNvSpPr/>
            <p:nvPr/>
          </p:nvSpPr>
          <p:spPr>
            <a:xfrm>
              <a:off x="173449" y="4953367"/>
              <a:ext cx="527044" cy="101"/>
            </a:xfrm>
            <a:custGeom>
              <a:rect b="b" l="l" r="r" t="t"/>
              <a:pathLst>
                <a:path extrusionOk="0" fill="none" h="1" w="5214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9"/>
            <p:cNvSpPr/>
            <p:nvPr/>
          </p:nvSpPr>
          <p:spPr>
            <a:xfrm>
              <a:off x="-26784" y="4811455"/>
              <a:ext cx="106541" cy="101"/>
            </a:xfrm>
            <a:custGeom>
              <a:rect b="b" l="l" r="r" t="t"/>
              <a:pathLst>
                <a:path extrusionOk="0" fill="none" h="1" w="1054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9"/>
            <p:cNvSpPr/>
            <p:nvPr/>
          </p:nvSpPr>
          <p:spPr>
            <a:xfrm>
              <a:off x="1115" y="4735444"/>
              <a:ext cx="78642" cy="101"/>
            </a:xfrm>
            <a:custGeom>
              <a:rect b="b" l="l" r="r" t="t"/>
              <a:pathLst>
                <a:path extrusionOk="0" fill="none" h="1" w="778">
                  <a:moveTo>
                    <a:pt x="778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9"/>
            <p:cNvSpPr/>
            <p:nvPr/>
          </p:nvSpPr>
          <p:spPr>
            <a:xfrm>
              <a:off x="811974" y="4755761"/>
              <a:ext cx="53372" cy="101"/>
            </a:xfrm>
            <a:custGeom>
              <a:rect b="b" l="l" r="r" t="t"/>
              <a:pathLst>
                <a:path extrusionOk="0" fill="none" h="1" w="528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9"/>
            <p:cNvSpPr/>
            <p:nvPr/>
          </p:nvSpPr>
          <p:spPr>
            <a:xfrm>
              <a:off x="459715" y="5029378"/>
              <a:ext cx="101" cy="114116"/>
            </a:xfrm>
            <a:custGeom>
              <a:rect b="b" l="l" r="r" t="t"/>
              <a:pathLst>
                <a:path extrusionOk="0" fill="none" h="1129" w="1">
                  <a:moveTo>
                    <a:pt x="1" y="0"/>
                  </a:moveTo>
                  <a:lnTo>
                    <a:pt x="1" y="1128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9"/>
            <p:cNvSpPr/>
            <p:nvPr/>
          </p:nvSpPr>
          <p:spPr>
            <a:xfrm>
              <a:off x="335585" y="5029378"/>
              <a:ext cx="101" cy="53268"/>
            </a:xfrm>
            <a:custGeom>
              <a:rect b="b" l="l" r="r" t="t"/>
              <a:pathLst>
                <a:path extrusionOk="0" fill="none" h="527" w="1">
                  <a:moveTo>
                    <a:pt x="1" y="0"/>
                  </a:moveTo>
                  <a:lnTo>
                    <a:pt x="1" y="5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9"/>
            <p:cNvSpPr/>
            <p:nvPr/>
          </p:nvSpPr>
          <p:spPr>
            <a:xfrm>
              <a:off x="244409" y="5029378"/>
              <a:ext cx="101" cy="83692"/>
            </a:xfrm>
            <a:custGeom>
              <a:rect b="b" l="l" r="r" t="t"/>
              <a:pathLst>
                <a:path extrusionOk="0" fill="none" h="828" w="1">
                  <a:moveTo>
                    <a:pt x="0" y="0"/>
                  </a:moveTo>
                  <a:lnTo>
                    <a:pt x="0" y="8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9"/>
            <p:cNvSpPr/>
            <p:nvPr/>
          </p:nvSpPr>
          <p:spPr>
            <a:xfrm>
              <a:off x="611743" y="5029378"/>
              <a:ext cx="101" cy="83692"/>
            </a:xfrm>
            <a:custGeom>
              <a:rect b="b" l="l" r="r" t="t"/>
              <a:pathLst>
                <a:path extrusionOk="0" fill="none" h="828" w="1">
                  <a:moveTo>
                    <a:pt x="0" y="0"/>
                  </a:moveTo>
                  <a:lnTo>
                    <a:pt x="0" y="8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9"/>
            <p:cNvSpPr/>
            <p:nvPr/>
          </p:nvSpPr>
          <p:spPr>
            <a:xfrm>
              <a:off x="535729" y="5029378"/>
              <a:ext cx="101" cy="63376"/>
            </a:xfrm>
            <a:custGeom>
              <a:rect b="b" l="l" r="r" t="t"/>
              <a:pathLst>
                <a:path extrusionOk="0" fill="none" h="627" w="1">
                  <a:moveTo>
                    <a:pt x="1" y="0"/>
                  </a:moveTo>
                  <a:lnTo>
                    <a:pt x="1" y="6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9"/>
            <p:cNvSpPr/>
            <p:nvPr/>
          </p:nvSpPr>
          <p:spPr>
            <a:xfrm flipH="1" rot="5400000">
              <a:off x="1339300" y="4319646"/>
              <a:ext cx="345501" cy="1400147"/>
            </a:xfrm>
            <a:custGeom>
              <a:rect b="b" l="l" r="r" t="t"/>
              <a:pathLst>
                <a:path extrusionOk="0" fill="none" h="5390" w="1330">
                  <a:moveTo>
                    <a:pt x="1329" y="5389"/>
                  </a:moveTo>
                  <a:lnTo>
                    <a:pt x="1329" y="2808"/>
                  </a:lnTo>
                  <a:lnTo>
                    <a:pt x="1" y="1504"/>
                  </a:ln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9"/>
            <p:cNvSpPr/>
            <p:nvPr/>
          </p:nvSpPr>
          <p:spPr>
            <a:xfrm>
              <a:off x="201348" y="4418870"/>
              <a:ext cx="486510" cy="486486"/>
            </a:xfrm>
            <a:custGeom>
              <a:rect b="b" l="l" r="r" t="t"/>
              <a:pathLst>
                <a:path extrusionOk="0" fill="none" h="4813" w="4813">
                  <a:moveTo>
                    <a:pt x="0" y="0"/>
                  </a:moveTo>
                  <a:lnTo>
                    <a:pt x="4812" y="0"/>
                  </a:lnTo>
                  <a:lnTo>
                    <a:pt x="4812" y="4812"/>
                  </a:lnTo>
                  <a:lnTo>
                    <a:pt x="0" y="4812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282416" y="4499934"/>
              <a:ext cx="324374" cy="324358"/>
            </a:xfrm>
            <a:custGeom>
              <a:rect b="b" l="l" r="r" t="t"/>
              <a:pathLst>
                <a:path extrusionOk="0" h="3209" w="3209">
                  <a:moveTo>
                    <a:pt x="0" y="0"/>
                  </a:moveTo>
                  <a:lnTo>
                    <a:pt x="0" y="3208"/>
                  </a:lnTo>
                  <a:lnTo>
                    <a:pt x="3208" y="3208"/>
                  </a:lnTo>
                  <a:lnTo>
                    <a:pt x="3208" y="0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153233" y="4388445"/>
              <a:ext cx="101" cy="527018"/>
            </a:xfrm>
            <a:custGeom>
              <a:rect b="b" l="l" r="r" t="t"/>
              <a:pathLst>
                <a:path extrusionOk="0" fill="none" h="5214" w="1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153233" y="4370656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191139" y="4370656"/>
              <a:ext cx="527145" cy="101"/>
            </a:xfrm>
            <a:custGeom>
              <a:rect b="b" l="l" r="r" t="t"/>
              <a:pathLst>
                <a:path extrusionOk="0" fill="none" h="1" w="5215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9"/>
            <p:cNvSpPr/>
            <p:nvPr/>
          </p:nvSpPr>
          <p:spPr>
            <a:xfrm>
              <a:off x="735872" y="4370656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9"/>
            <p:cNvSpPr/>
            <p:nvPr/>
          </p:nvSpPr>
          <p:spPr>
            <a:xfrm>
              <a:off x="735872" y="4406134"/>
              <a:ext cx="101" cy="527018"/>
            </a:xfrm>
            <a:custGeom>
              <a:rect b="b" l="l" r="r" t="t"/>
              <a:pathLst>
                <a:path extrusionOk="0" fill="none" h="5214" w="1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9"/>
            <p:cNvSpPr/>
            <p:nvPr/>
          </p:nvSpPr>
          <p:spPr>
            <a:xfrm>
              <a:off x="79746" y="4297273"/>
              <a:ext cx="732242" cy="729678"/>
            </a:xfrm>
            <a:custGeom>
              <a:rect b="b" l="l" r="r" t="t"/>
              <a:pathLst>
                <a:path extrusionOk="0" fill="none" h="7219" w="7244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9"/>
            <p:cNvSpPr/>
            <p:nvPr/>
          </p:nvSpPr>
          <p:spPr>
            <a:xfrm>
              <a:off x="331917" y="3334954"/>
              <a:ext cx="201068" cy="201068"/>
            </a:xfrm>
            <a:custGeom>
              <a:rect b="b" l="l" r="r" t="t"/>
              <a:pathLst>
                <a:path extrusionOk="0" fill="none" h="1204" w="1204">
                  <a:moveTo>
                    <a:pt x="602" y="0"/>
                  </a:moveTo>
                  <a:cubicBezTo>
                    <a:pt x="928" y="0"/>
                    <a:pt x="1204" y="276"/>
                    <a:pt x="1204" y="602"/>
                  </a:cubicBezTo>
                  <a:cubicBezTo>
                    <a:pt x="1204" y="928"/>
                    <a:pt x="928" y="1203"/>
                    <a:pt x="602" y="1203"/>
                  </a:cubicBezTo>
                  <a:cubicBezTo>
                    <a:pt x="276" y="1203"/>
                    <a:pt x="1" y="928"/>
                    <a:pt x="1" y="602"/>
                  </a:cubicBezTo>
                  <a:cubicBezTo>
                    <a:pt x="1" y="276"/>
                    <a:pt x="276" y="0"/>
                    <a:pt x="602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4" name="Google Shape;134;p19"/>
            <p:cNvCxnSpPr/>
            <p:nvPr/>
          </p:nvCxnSpPr>
          <p:spPr>
            <a:xfrm rot="10800000">
              <a:off x="432450" y="3536025"/>
              <a:ext cx="0" cy="764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5" name="Google Shape;135;p19"/>
            <p:cNvSpPr/>
            <p:nvPr/>
          </p:nvSpPr>
          <p:spPr>
            <a:xfrm>
              <a:off x="553421" y="3371325"/>
              <a:ext cx="163326" cy="921005"/>
            </a:xfrm>
            <a:custGeom>
              <a:rect b="b" l="l" r="r" t="t"/>
              <a:pathLst>
                <a:path extrusionOk="0" fill="none" h="5515" w="978">
                  <a:moveTo>
                    <a:pt x="0" y="5514"/>
                  </a:moveTo>
                  <a:lnTo>
                    <a:pt x="0" y="3509"/>
                  </a:lnTo>
                  <a:lnTo>
                    <a:pt x="977" y="2532"/>
                  </a:lnTo>
                  <a:lnTo>
                    <a:pt x="977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9"/>
            <p:cNvSpPr/>
            <p:nvPr/>
          </p:nvSpPr>
          <p:spPr>
            <a:xfrm>
              <a:off x="133388" y="3392200"/>
              <a:ext cx="222110" cy="900130"/>
            </a:xfrm>
            <a:custGeom>
              <a:rect b="b" l="l" r="r" t="t"/>
              <a:pathLst>
                <a:path extrusionOk="0" fill="none" h="5390" w="1330">
                  <a:moveTo>
                    <a:pt x="1329" y="5389"/>
                  </a:moveTo>
                  <a:lnTo>
                    <a:pt x="1329" y="2808"/>
                  </a:lnTo>
                  <a:lnTo>
                    <a:pt x="1" y="1504"/>
                  </a:ln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279842" y="3919750"/>
              <a:ext cx="167" cy="372577"/>
            </a:xfrm>
            <a:custGeom>
              <a:rect b="b" l="l" r="r" t="t"/>
              <a:pathLst>
                <a:path extrusionOk="0" fill="none" h="2231" w="1">
                  <a:moveTo>
                    <a:pt x="1" y="2231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647217" y="3919750"/>
              <a:ext cx="167" cy="372577"/>
            </a:xfrm>
            <a:custGeom>
              <a:rect b="b" l="l" r="r" t="t"/>
              <a:pathLst>
                <a:path extrusionOk="0" fill="none" h="2231" w="1">
                  <a:moveTo>
                    <a:pt x="0" y="2231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-64791" y="4659535"/>
              <a:ext cx="144548" cy="101"/>
            </a:xfrm>
            <a:custGeom>
              <a:rect b="b" l="l" r="r" t="t"/>
              <a:pathLst>
                <a:path extrusionOk="0" fill="none" h="1" w="1430">
                  <a:moveTo>
                    <a:pt x="1430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11223" y="4537939"/>
              <a:ext cx="68534" cy="101"/>
            </a:xfrm>
            <a:custGeom>
              <a:rect b="b" l="l" r="r" t="t"/>
              <a:pathLst>
                <a:path extrusionOk="0" fill="none" h="1" w="678">
                  <a:moveTo>
                    <a:pt x="67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-26784" y="4444139"/>
              <a:ext cx="106541" cy="101"/>
            </a:xfrm>
            <a:custGeom>
              <a:rect b="b" l="l" r="r" t="t"/>
              <a:pathLst>
                <a:path extrusionOk="0" fill="none" h="1" w="1054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9"/>
            <p:cNvSpPr/>
            <p:nvPr/>
          </p:nvSpPr>
          <p:spPr>
            <a:xfrm>
              <a:off x="811974" y="4479617"/>
              <a:ext cx="83696" cy="101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811974" y="4555627"/>
              <a:ext cx="63480" cy="101"/>
            </a:xfrm>
            <a:custGeom>
              <a:rect b="b" l="l" r="r" t="t"/>
              <a:pathLst>
                <a:path extrusionOk="0" fill="none" h="1" w="628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9"/>
            <p:cNvSpPr/>
            <p:nvPr/>
          </p:nvSpPr>
          <p:spPr>
            <a:xfrm rot="5400000">
              <a:off x="2172928" y="4531170"/>
              <a:ext cx="201068" cy="201068"/>
            </a:xfrm>
            <a:custGeom>
              <a:rect b="b" l="l" r="r" t="t"/>
              <a:pathLst>
                <a:path extrusionOk="0" fill="none" h="1204" w="1204">
                  <a:moveTo>
                    <a:pt x="602" y="0"/>
                  </a:moveTo>
                  <a:cubicBezTo>
                    <a:pt x="928" y="0"/>
                    <a:pt x="1204" y="276"/>
                    <a:pt x="1204" y="602"/>
                  </a:cubicBezTo>
                  <a:cubicBezTo>
                    <a:pt x="1204" y="928"/>
                    <a:pt x="928" y="1203"/>
                    <a:pt x="602" y="1203"/>
                  </a:cubicBezTo>
                  <a:cubicBezTo>
                    <a:pt x="276" y="1203"/>
                    <a:pt x="1" y="928"/>
                    <a:pt x="1" y="602"/>
                  </a:cubicBezTo>
                  <a:cubicBezTo>
                    <a:pt x="1" y="276"/>
                    <a:pt x="276" y="0"/>
                    <a:pt x="602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" name="Google Shape;145;p19"/>
            <p:cNvCxnSpPr/>
            <p:nvPr/>
          </p:nvCxnSpPr>
          <p:spPr>
            <a:xfrm>
              <a:off x="809451" y="4631704"/>
              <a:ext cx="1366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6" name="Google Shape;146;p19"/>
          <p:cNvGrpSpPr/>
          <p:nvPr/>
        </p:nvGrpSpPr>
        <p:grpSpPr>
          <a:xfrm>
            <a:off x="5266248" y="4230494"/>
            <a:ext cx="3157758" cy="296582"/>
            <a:chOff x="5266248" y="4230494"/>
            <a:chExt cx="3157758" cy="296582"/>
          </a:xfrm>
        </p:grpSpPr>
        <p:sp>
          <p:nvSpPr>
            <p:cNvPr id="147" name="Google Shape;147;p19"/>
            <p:cNvSpPr/>
            <p:nvPr/>
          </p:nvSpPr>
          <p:spPr>
            <a:xfrm>
              <a:off x="526624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9"/>
            <p:cNvSpPr/>
            <p:nvPr/>
          </p:nvSpPr>
          <p:spPr>
            <a:xfrm>
              <a:off x="5459599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5649735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5839743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6029880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9"/>
            <p:cNvSpPr/>
            <p:nvPr/>
          </p:nvSpPr>
          <p:spPr>
            <a:xfrm>
              <a:off x="6220016" y="4230494"/>
              <a:ext cx="106446" cy="296582"/>
            </a:xfrm>
            <a:custGeom>
              <a:rect b="b" l="l" r="r" t="t"/>
              <a:pathLst>
                <a:path extrusionOk="0" h="2307" w="828">
                  <a:moveTo>
                    <a:pt x="0" y="0"/>
                  </a:moveTo>
                  <a:lnTo>
                    <a:pt x="0" y="2306"/>
                  </a:lnTo>
                  <a:lnTo>
                    <a:pt x="827" y="2306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641323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9"/>
            <p:cNvSpPr/>
            <p:nvPr/>
          </p:nvSpPr>
          <p:spPr>
            <a:xfrm>
              <a:off x="6603375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9"/>
            <p:cNvSpPr/>
            <p:nvPr/>
          </p:nvSpPr>
          <p:spPr>
            <a:xfrm>
              <a:off x="679351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698364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7176870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7367006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9"/>
            <p:cNvSpPr/>
            <p:nvPr/>
          </p:nvSpPr>
          <p:spPr>
            <a:xfrm>
              <a:off x="7557143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9"/>
            <p:cNvSpPr/>
            <p:nvPr/>
          </p:nvSpPr>
          <p:spPr>
            <a:xfrm>
              <a:off x="774715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794050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813063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9"/>
            <p:cNvSpPr/>
            <p:nvPr/>
          </p:nvSpPr>
          <p:spPr>
            <a:xfrm>
              <a:off x="8320774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19"/>
          <p:cNvSpPr txBox="1"/>
          <p:nvPr>
            <p:ph type="ctrTitle"/>
          </p:nvPr>
        </p:nvSpPr>
        <p:spPr>
          <a:xfrm>
            <a:off x="1084825" y="1588650"/>
            <a:ext cx="6974400" cy="20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610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5" name="Google Shape;165;p19"/>
          <p:cNvSpPr txBox="1"/>
          <p:nvPr>
            <p:ph idx="1" type="subTitle"/>
          </p:nvPr>
        </p:nvSpPr>
        <p:spPr>
          <a:xfrm>
            <a:off x="1084825" y="3574049"/>
            <a:ext cx="69744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66" name="Google Shape;166;p19"/>
          <p:cNvGrpSpPr/>
          <p:nvPr/>
        </p:nvGrpSpPr>
        <p:grpSpPr>
          <a:xfrm>
            <a:off x="207789" y="1295745"/>
            <a:ext cx="552301" cy="552301"/>
            <a:chOff x="1387350" y="1218075"/>
            <a:chExt cx="209300" cy="209300"/>
          </a:xfrm>
        </p:grpSpPr>
        <p:sp>
          <p:nvSpPr>
            <p:cNvPr id="167" name="Google Shape;167;p19"/>
            <p:cNvSpPr/>
            <p:nvPr/>
          </p:nvSpPr>
          <p:spPr>
            <a:xfrm>
              <a:off x="1387350" y="1218075"/>
              <a:ext cx="209300" cy="209300"/>
            </a:xfrm>
            <a:custGeom>
              <a:rect b="b" l="l" r="r" t="t"/>
              <a:pathLst>
                <a:path extrusionOk="0" h="8372" w="8372">
                  <a:moveTo>
                    <a:pt x="3860" y="0"/>
                  </a:moveTo>
                  <a:lnTo>
                    <a:pt x="3560" y="727"/>
                  </a:lnTo>
                  <a:cubicBezTo>
                    <a:pt x="3234" y="777"/>
                    <a:pt x="2908" y="877"/>
                    <a:pt x="2632" y="1028"/>
                  </a:cubicBezTo>
                  <a:lnTo>
                    <a:pt x="1956" y="652"/>
                  </a:lnTo>
                  <a:cubicBezTo>
                    <a:pt x="1605" y="877"/>
                    <a:pt x="1279" y="1153"/>
                    <a:pt x="1003" y="1454"/>
                  </a:cubicBezTo>
                  <a:lnTo>
                    <a:pt x="1279" y="2181"/>
                  </a:lnTo>
                  <a:cubicBezTo>
                    <a:pt x="1103" y="2456"/>
                    <a:pt x="953" y="2757"/>
                    <a:pt x="853" y="3058"/>
                  </a:cubicBezTo>
                  <a:lnTo>
                    <a:pt x="101" y="3258"/>
                  </a:lnTo>
                  <a:cubicBezTo>
                    <a:pt x="26" y="3559"/>
                    <a:pt x="1" y="3860"/>
                    <a:pt x="1" y="4186"/>
                  </a:cubicBezTo>
                  <a:cubicBezTo>
                    <a:pt x="1" y="4286"/>
                    <a:pt x="1" y="4411"/>
                    <a:pt x="26" y="4512"/>
                  </a:cubicBezTo>
                  <a:lnTo>
                    <a:pt x="728" y="4812"/>
                  </a:lnTo>
                  <a:cubicBezTo>
                    <a:pt x="778" y="5163"/>
                    <a:pt x="878" y="5464"/>
                    <a:pt x="1028" y="5765"/>
                  </a:cubicBezTo>
                  <a:lnTo>
                    <a:pt x="652" y="6441"/>
                  </a:lnTo>
                  <a:cubicBezTo>
                    <a:pt x="878" y="6792"/>
                    <a:pt x="1154" y="7093"/>
                    <a:pt x="1454" y="7369"/>
                  </a:cubicBezTo>
                  <a:lnTo>
                    <a:pt x="2181" y="7093"/>
                  </a:lnTo>
                  <a:cubicBezTo>
                    <a:pt x="2457" y="7268"/>
                    <a:pt x="2758" y="7419"/>
                    <a:pt x="3058" y="7519"/>
                  </a:cubicBezTo>
                  <a:lnTo>
                    <a:pt x="3284" y="8271"/>
                  </a:lnTo>
                  <a:cubicBezTo>
                    <a:pt x="3560" y="8346"/>
                    <a:pt x="3885" y="8371"/>
                    <a:pt x="4186" y="8371"/>
                  </a:cubicBezTo>
                  <a:lnTo>
                    <a:pt x="4512" y="8371"/>
                  </a:lnTo>
                  <a:lnTo>
                    <a:pt x="4838" y="7644"/>
                  </a:lnTo>
                  <a:cubicBezTo>
                    <a:pt x="5164" y="7594"/>
                    <a:pt x="5464" y="7494"/>
                    <a:pt x="5765" y="7344"/>
                  </a:cubicBezTo>
                  <a:lnTo>
                    <a:pt x="6442" y="7720"/>
                  </a:lnTo>
                  <a:cubicBezTo>
                    <a:pt x="6793" y="7519"/>
                    <a:pt x="7093" y="7243"/>
                    <a:pt x="7369" y="6918"/>
                  </a:cubicBezTo>
                  <a:lnTo>
                    <a:pt x="7093" y="6191"/>
                  </a:lnTo>
                  <a:cubicBezTo>
                    <a:pt x="7269" y="5915"/>
                    <a:pt x="7419" y="5639"/>
                    <a:pt x="7545" y="5314"/>
                  </a:cubicBezTo>
                  <a:lnTo>
                    <a:pt x="8271" y="5113"/>
                  </a:lnTo>
                  <a:cubicBezTo>
                    <a:pt x="8347" y="4812"/>
                    <a:pt x="8372" y="4512"/>
                    <a:pt x="8372" y="4186"/>
                  </a:cubicBezTo>
                  <a:cubicBezTo>
                    <a:pt x="8372" y="4085"/>
                    <a:pt x="8372" y="3985"/>
                    <a:pt x="8372" y="3860"/>
                  </a:cubicBezTo>
                  <a:lnTo>
                    <a:pt x="7670" y="3559"/>
                  </a:lnTo>
                  <a:cubicBezTo>
                    <a:pt x="7595" y="3233"/>
                    <a:pt x="7494" y="2907"/>
                    <a:pt x="7344" y="2632"/>
                  </a:cubicBezTo>
                  <a:lnTo>
                    <a:pt x="7745" y="1955"/>
                  </a:lnTo>
                  <a:cubicBezTo>
                    <a:pt x="7520" y="1604"/>
                    <a:pt x="7244" y="1278"/>
                    <a:pt x="6918" y="1003"/>
                  </a:cubicBezTo>
                  <a:lnTo>
                    <a:pt x="6191" y="1278"/>
                  </a:lnTo>
                  <a:cubicBezTo>
                    <a:pt x="5941" y="1103"/>
                    <a:pt x="5640" y="953"/>
                    <a:pt x="5314" y="852"/>
                  </a:cubicBezTo>
                  <a:lnTo>
                    <a:pt x="5114" y="100"/>
                  </a:lnTo>
                  <a:cubicBezTo>
                    <a:pt x="4813" y="25"/>
                    <a:pt x="4512" y="0"/>
                    <a:pt x="4186" y="0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1387350" y="1218075"/>
              <a:ext cx="209300" cy="209300"/>
            </a:xfrm>
            <a:custGeom>
              <a:rect b="b" l="l" r="r" t="t"/>
              <a:pathLst>
                <a:path extrusionOk="0" fill="none" h="8372" w="8372">
                  <a:moveTo>
                    <a:pt x="8372" y="4186"/>
                  </a:moveTo>
                  <a:cubicBezTo>
                    <a:pt x="8372" y="4512"/>
                    <a:pt x="8347" y="4812"/>
                    <a:pt x="8271" y="5113"/>
                  </a:cubicBezTo>
                  <a:lnTo>
                    <a:pt x="7545" y="5314"/>
                  </a:lnTo>
                  <a:cubicBezTo>
                    <a:pt x="7419" y="5639"/>
                    <a:pt x="7269" y="5915"/>
                    <a:pt x="7093" y="6191"/>
                  </a:cubicBezTo>
                  <a:lnTo>
                    <a:pt x="7369" y="6918"/>
                  </a:lnTo>
                  <a:cubicBezTo>
                    <a:pt x="7093" y="7243"/>
                    <a:pt x="6793" y="7519"/>
                    <a:pt x="6442" y="7720"/>
                  </a:cubicBezTo>
                  <a:lnTo>
                    <a:pt x="5765" y="7344"/>
                  </a:lnTo>
                  <a:cubicBezTo>
                    <a:pt x="5464" y="7494"/>
                    <a:pt x="5164" y="7594"/>
                    <a:pt x="4838" y="7644"/>
                  </a:cubicBezTo>
                  <a:lnTo>
                    <a:pt x="4512" y="8371"/>
                  </a:lnTo>
                  <a:cubicBezTo>
                    <a:pt x="4412" y="8371"/>
                    <a:pt x="4312" y="8371"/>
                    <a:pt x="4186" y="8371"/>
                  </a:cubicBezTo>
                  <a:cubicBezTo>
                    <a:pt x="3885" y="8371"/>
                    <a:pt x="3560" y="8346"/>
                    <a:pt x="3284" y="8271"/>
                  </a:cubicBezTo>
                  <a:lnTo>
                    <a:pt x="3058" y="7519"/>
                  </a:lnTo>
                  <a:cubicBezTo>
                    <a:pt x="2758" y="7419"/>
                    <a:pt x="2457" y="7268"/>
                    <a:pt x="2181" y="7093"/>
                  </a:cubicBezTo>
                  <a:lnTo>
                    <a:pt x="1454" y="7369"/>
                  </a:lnTo>
                  <a:cubicBezTo>
                    <a:pt x="1154" y="7093"/>
                    <a:pt x="878" y="6792"/>
                    <a:pt x="652" y="6441"/>
                  </a:cubicBezTo>
                  <a:lnTo>
                    <a:pt x="1028" y="5765"/>
                  </a:lnTo>
                  <a:cubicBezTo>
                    <a:pt x="878" y="5464"/>
                    <a:pt x="778" y="5163"/>
                    <a:pt x="728" y="4812"/>
                  </a:cubicBezTo>
                  <a:lnTo>
                    <a:pt x="26" y="4512"/>
                  </a:lnTo>
                  <a:cubicBezTo>
                    <a:pt x="1" y="4411"/>
                    <a:pt x="1" y="4286"/>
                    <a:pt x="1" y="4186"/>
                  </a:cubicBezTo>
                  <a:cubicBezTo>
                    <a:pt x="1" y="3860"/>
                    <a:pt x="26" y="3559"/>
                    <a:pt x="101" y="3258"/>
                  </a:cubicBezTo>
                  <a:lnTo>
                    <a:pt x="853" y="3058"/>
                  </a:lnTo>
                  <a:cubicBezTo>
                    <a:pt x="953" y="2757"/>
                    <a:pt x="1103" y="2456"/>
                    <a:pt x="1279" y="2181"/>
                  </a:cubicBezTo>
                  <a:lnTo>
                    <a:pt x="1003" y="1454"/>
                  </a:lnTo>
                  <a:cubicBezTo>
                    <a:pt x="1279" y="1153"/>
                    <a:pt x="1605" y="877"/>
                    <a:pt x="1956" y="652"/>
                  </a:cubicBezTo>
                  <a:lnTo>
                    <a:pt x="2632" y="1028"/>
                  </a:lnTo>
                  <a:cubicBezTo>
                    <a:pt x="2908" y="877"/>
                    <a:pt x="3234" y="777"/>
                    <a:pt x="3560" y="727"/>
                  </a:cubicBezTo>
                  <a:lnTo>
                    <a:pt x="3860" y="0"/>
                  </a:lnTo>
                  <a:cubicBezTo>
                    <a:pt x="3986" y="0"/>
                    <a:pt x="4086" y="0"/>
                    <a:pt x="4186" y="0"/>
                  </a:cubicBezTo>
                  <a:cubicBezTo>
                    <a:pt x="4512" y="0"/>
                    <a:pt x="4813" y="25"/>
                    <a:pt x="5114" y="100"/>
                  </a:cubicBezTo>
                  <a:lnTo>
                    <a:pt x="5314" y="852"/>
                  </a:lnTo>
                  <a:cubicBezTo>
                    <a:pt x="5640" y="953"/>
                    <a:pt x="5941" y="1103"/>
                    <a:pt x="6191" y="1278"/>
                  </a:cubicBezTo>
                  <a:lnTo>
                    <a:pt x="6918" y="1003"/>
                  </a:lnTo>
                  <a:cubicBezTo>
                    <a:pt x="7244" y="1278"/>
                    <a:pt x="7520" y="1604"/>
                    <a:pt x="7745" y="1955"/>
                  </a:cubicBezTo>
                  <a:lnTo>
                    <a:pt x="7344" y="2632"/>
                  </a:lnTo>
                  <a:cubicBezTo>
                    <a:pt x="7494" y="2907"/>
                    <a:pt x="7595" y="3233"/>
                    <a:pt x="7670" y="3559"/>
                  </a:cubicBezTo>
                  <a:lnTo>
                    <a:pt x="8372" y="3860"/>
                  </a:lnTo>
                  <a:cubicBezTo>
                    <a:pt x="8372" y="3985"/>
                    <a:pt x="8372" y="4085"/>
                    <a:pt x="8372" y="4186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1431850" y="1262550"/>
              <a:ext cx="120325" cy="120325"/>
            </a:xfrm>
            <a:custGeom>
              <a:rect b="b" l="l" r="r" t="t"/>
              <a:pathLst>
                <a:path extrusionOk="0" h="4813" w="4813">
                  <a:moveTo>
                    <a:pt x="2406" y="1"/>
                  </a:moveTo>
                  <a:cubicBezTo>
                    <a:pt x="1078" y="1"/>
                    <a:pt x="0" y="1078"/>
                    <a:pt x="0" y="2407"/>
                  </a:cubicBezTo>
                  <a:cubicBezTo>
                    <a:pt x="0" y="3735"/>
                    <a:pt x="1078" y="4813"/>
                    <a:pt x="2406" y="4813"/>
                  </a:cubicBezTo>
                  <a:cubicBezTo>
                    <a:pt x="3735" y="4813"/>
                    <a:pt x="4812" y="3735"/>
                    <a:pt x="4812" y="2407"/>
                  </a:cubicBezTo>
                  <a:cubicBezTo>
                    <a:pt x="4812" y="1078"/>
                    <a:pt x="3735" y="1"/>
                    <a:pt x="2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1451275" y="1281975"/>
              <a:ext cx="81475" cy="81475"/>
            </a:xfrm>
            <a:custGeom>
              <a:rect b="b" l="l" r="r" t="t"/>
              <a:pathLst>
                <a:path extrusionOk="0" fill="none" h="3259" w="3259">
                  <a:moveTo>
                    <a:pt x="3258" y="1630"/>
                  </a:moveTo>
                  <a:cubicBezTo>
                    <a:pt x="3258" y="2532"/>
                    <a:pt x="2531" y="3259"/>
                    <a:pt x="1629" y="3259"/>
                  </a:cubicBezTo>
                  <a:cubicBezTo>
                    <a:pt x="727" y="3259"/>
                    <a:pt x="0" y="2532"/>
                    <a:pt x="0" y="1630"/>
                  </a:cubicBezTo>
                  <a:cubicBezTo>
                    <a:pt x="0" y="727"/>
                    <a:pt x="727" y="1"/>
                    <a:pt x="1629" y="1"/>
                  </a:cubicBezTo>
                  <a:cubicBezTo>
                    <a:pt x="2531" y="1"/>
                    <a:pt x="3258" y="727"/>
                    <a:pt x="3258" y="163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" name="Google Shape;175;p21"/>
          <p:cNvSpPr txBox="1"/>
          <p:nvPr>
            <p:ph idx="1" type="body"/>
          </p:nvPr>
        </p:nvSpPr>
        <p:spPr>
          <a:xfrm>
            <a:off x="817900" y="1242425"/>
            <a:ext cx="7508100" cy="3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4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4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>
            <p:ph type="title"/>
          </p:nvPr>
        </p:nvSpPr>
        <p:spPr>
          <a:xfrm>
            <a:off x="720000" y="1581275"/>
            <a:ext cx="35097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720000" y="2616563"/>
            <a:ext cx="3509700" cy="13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9" name="Google Shape;179;p22"/>
          <p:cNvSpPr/>
          <p:nvPr/>
        </p:nvSpPr>
        <p:spPr>
          <a:xfrm>
            <a:off x="4410200" y="570713"/>
            <a:ext cx="4659902" cy="4002069"/>
          </a:xfrm>
          <a:custGeom>
            <a:rect b="b" l="l" r="r" t="t"/>
            <a:pathLst>
              <a:path extrusionOk="0" fill="none" h="7219" w="7244">
                <a:moveTo>
                  <a:pt x="0" y="0"/>
                </a:moveTo>
                <a:lnTo>
                  <a:pt x="7243" y="0"/>
                </a:lnTo>
                <a:lnTo>
                  <a:pt x="7243" y="7218"/>
                </a:lnTo>
                <a:lnTo>
                  <a:pt x="0" y="7218"/>
                </a:lnTo>
                <a:close/>
              </a:path>
            </a:pathLst>
          </a:custGeom>
          <a:noFill/>
          <a:ln cap="rnd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22"/>
          <p:cNvGrpSpPr/>
          <p:nvPr/>
        </p:nvGrpSpPr>
        <p:grpSpPr>
          <a:xfrm>
            <a:off x="296418" y="4572778"/>
            <a:ext cx="2668622" cy="250644"/>
            <a:chOff x="5926468" y="4708190"/>
            <a:chExt cx="2668622" cy="250644"/>
          </a:xfrm>
        </p:grpSpPr>
        <p:sp>
          <p:nvSpPr>
            <p:cNvPr id="181" name="Google Shape;181;p22"/>
            <p:cNvSpPr/>
            <p:nvPr/>
          </p:nvSpPr>
          <p:spPr>
            <a:xfrm>
              <a:off x="592646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2"/>
            <p:cNvSpPr/>
            <p:nvPr/>
          </p:nvSpPr>
          <p:spPr>
            <a:xfrm>
              <a:off x="608986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2"/>
            <p:cNvSpPr/>
            <p:nvPr/>
          </p:nvSpPr>
          <p:spPr>
            <a:xfrm>
              <a:off x="6250552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2"/>
            <p:cNvSpPr/>
            <p:nvPr/>
          </p:nvSpPr>
          <p:spPr>
            <a:xfrm>
              <a:off x="641112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6571813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2"/>
            <p:cNvSpPr/>
            <p:nvPr/>
          </p:nvSpPr>
          <p:spPr>
            <a:xfrm>
              <a:off x="6732497" y="4708190"/>
              <a:ext cx="89958" cy="250644"/>
            </a:xfrm>
            <a:custGeom>
              <a:rect b="b" l="l" r="r" t="t"/>
              <a:pathLst>
                <a:path extrusionOk="0" h="2307" w="828">
                  <a:moveTo>
                    <a:pt x="0" y="0"/>
                  </a:moveTo>
                  <a:lnTo>
                    <a:pt x="0" y="2306"/>
                  </a:lnTo>
                  <a:lnTo>
                    <a:pt x="827" y="2306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2"/>
            <p:cNvSpPr/>
            <p:nvPr/>
          </p:nvSpPr>
          <p:spPr>
            <a:xfrm>
              <a:off x="6895789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7056473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2"/>
            <p:cNvSpPr/>
            <p:nvPr/>
          </p:nvSpPr>
          <p:spPr>
            <a:xfrm>
              <a:off x="721715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2"/>
            <p:cNvSpPr/>
            <p:nvPr/>
          </p:nvSpPr>
          <p:spPr>
            <a:xfrm>
              <a:off x="7377842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2"/>
            <p:cNvSpPr/>
            <p:nvPr/>
          </p:nvSpPr>
          <p:spPr>
            <a:xfrm>
              <a:off x="7541134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2"/>
            <p:cNvSpPr/>
            <p:nvPr/>
          </p:nvSpPr>
          <p:spPr>
            <a:xfrm>
              <a:off x="770181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2"/>
            <p:cNvSpPr/>
            <p:nvPr/>
          </p:nvSpPr>
          <p:spPr>
            <a:xfrm>
              <a:off x="7862503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2"/>
            <p:cNvSpPr/>
            <p:nvPr/>
          </p:nvSpPr>
          <p:spPr>
            <a:xfrm>
              <a:off x="802307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2"/>
            <p:cNvSpPr/>
            <p:nvPr/>
          </p:nvSpPr>
          <p:spPr>
            <a:xfrm>
              <a:off x="8186479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2"/>
            <p:cNvSpPr/>
            <p:nvPr/>
          </p:nvSpPr>
          <p:spPr>
            <a:xfrm>
              <a:off x="8347163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2"/>
            <p:cNvSpPr/>
            <p:nvPr/>
          </p:nvSpPr>
          <p:spPr>
            <a:xfrm>
              <a:off x="850784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p22"/>
          <p:cNvGrpSpPr/>
          <p:nvPr/>
        </p:nvGrpSpPr>
        <p:grpSpPr>
          <a:xfrm>
            <a:off x="-3091593" y="-2017662"/>
            <a:ext cx="7908518" cy="3095521"/>
            <a:chOff x="-3091593" y="-1484262"/>
            <a:chExt cx="7908518" cy="3095521"/>
          </a:xfrm>
        </p:grpSpPr>
        <p:grpSp>
          <p:nvGrpSpPr>
            <p:cNvPr id="199" name="Google Shape;199;p22"/>
            <p:cNvGrpSpPr/>
            <p:nvPr/>
          </p:nvGrpSpPr>
          <p:grpSpPr>
            <a:xfrm>
              <a:off x="-3091593" y="-1484262"/>
              <a:ext cx="7884347" cy="3095521"/>
              <a:chOff x="-3091593" y="-1484262"/>
              <a:chExt cx="7884347" cy="3095521"/>
            </a:xfrm>
          </p:grpSpPr>
          <p:sp>
            <p:nvSpPr>
              <p:cNvPr id="200" name="Google Shape;200;p22"/>
              <p:cNvSpPr/>
              <p:nvPr/>
            </p:nvSpPr>
            <p:spPr>
              <a:xfrm rot="10800000">
                <a:off x="-3091593" y="-453301"/>
                <a:ext cx="5466211" cy="1127132"/>
              </a:xfrm>
              <a:custGeom>
                <a:rect b="b" l="l" r="r" t="t"/>
                <a:pathLst>
                  <a:path extrusionOk="0" h="44419" w="206136">
                    <a:moveTo>
                      <a:pt x="183" y="0"/>
                    </a:moveTo>
                    <a:cubicBezTo>
                      <a:pt x="91" y="0"/>
                      <a:pt x="0" y="92"/>
                      <a:pt x="0" y="206"/>
                    </a:cubicBezTo>
                    <a:cubicBezTo>
                      <a:pt x="0" y="297"/>
                      <a:pt x="91" y="388"/>
                      <a:pt x="183" y="388"/>
                    </a:cubicBezTo>
                    <a:lnTo>
                      <a:pt x="31887" y="388"/>
                    </a:lnTo>
                    <a:lnTo>
                      <a:pt x="54507" y="23031"/>
                    </a:lnTo>
                    <a:lnTo>
                      <a:pt x="101870" y="23031"/>
                    </a:lnTo>
                    <a:lnTo>
                      <a:pt x="123257" y="44418"/>
                    </a:lnTo>
                    <a:lnTo>
                      <a:pt x="205930" y="44418"/>
                    </a:lnTo>
                    <a:cubicBezTo>
                      <a:pt x="206044" y="44418"/>
                      <a:pt x="206136" y="44327"/>
                      <a:pt x="206136" y="44213"/>
                    </a:cubicBezTo>
                    <a:cubicBezTo>
                      <a:pt x="206136" y="44122"/>
                      <a:pt x="206044" y="44030"/>
                      <a:pt x="205930" y="44030"/>
                    </a:cubicBezTo>
                    <a:lnTo>
                      <a:pt x="123417" y="44030"/>
                    </a:lnTo>
                    <a:lnTo>
                      <a:pt x="102029" y="22643"/>
                    </a:lnTo>
                    <a:lnTo>
                      <a:pt x="54667" y="22643"/>
                    </a:lnTo>
                    <a:lnTo>
                      <a:pt x="320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22"/>
              <p:cNvSpPr/>
              <p:nvPr/>
            </p:nvSpPr>
            <p:spPr>
              <a:xfrm rot="10800000">
                <a:off x="-2488881" y="58715"/>
                <a:ext cx="6303378" cy="1490426"/>
              </a:xfrm>
              <a:custGeom>
                <a:rect b="b" l="l" r="r" t="t"/>
                <a:pathLst>
                  <a:path extrusionOk="0" h="58736" w="248409">
                    <a:moveTo>
                      <a:pt x="248203" y="1"/>
                    </a:moveTo>
                    <a:cubicBezTo>
                      <a:pt x="248151" y="1"/>
                      <a:pt x="248100" y="18"/>
                      <a:pt x="248066" y="52"/>
                    </a:cubicBezTo>
                    <a:lnTo>
                      <a:pt x="196663" y="51455"/>
                    </a:lnTo>
                    <a:lnTo>
                      <a:pt x="175778" y="51455"/>
                    </a:lnTo>
                    <a:lnTo>
                      <a:pt x="155760" y="31460"/>
                    </a:lnTo>
                    <a:lnTo>
                      <a:pt x="121112" y="31460"/>
                    </a:lnTo>
                    <a:lnTo>
                      <a:pt x="94200" y="58371"/>
                    </a:lnTo>
                    <a:lnTo>
                      <a:pt x="183" y="58371"/>
                    </a:lnTo>
                    <a:cubicBezTo>
                      <a:pt x="92" y="58371"/>
                      <a:pt x="0" y="58439"/>
                      <a:pt x="0" y="58553"/>
                    </a:cubicBezTo>
                    <a:cubicBezTo>
                      <a:pt x="0" y="58645"/>
                      <a:pt x="92" y="58736"/>
                      <a:pt x="183" y="58736"/>
                    </a:cubicBezTo>
                    <a:lnTo>
                      <a:pt x="94360" y="58736"/>
                    </a:lnTo>
                    <a:lnTo>
                      <a:pt x="121248" y="31848"/>
                    </a:lnTo>
                    <a:lnTo>
                      <a:pt x="155623" y="31848"/>
                    </a:lnTo>
                    <a:lnTo>
                      <a:pt x="175618" y="51843"/>
                    </a:lnTo>
                    <a:lnTo>
                      <a:pt x="196823" y="51843"/>
                    </a:lnTo>
                    <a:lnTo>
                      <a:pt x="248340" y="326"/>
                    </a:lnTo>
                    <a:cubicBezTo>
                      <a:pt x="248408" y="235"/>
                      <a:pt x="248408" y="121"/>
                      <a:pt x="248340" y="52"/>
                    </a:cubicBezTo>
                    <a:cubicBezTo>
                      <a:pt x="248306" y="18"/>
                      <a:pt x="248254" y="1"/>
                      <a:pt x="2482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22"/>
              <p:cNvSpPr/>
              <p:nvPr/>
            </p:nvSpPr>
            <p:spPr>
              <a:xfrm rot="10800000">
                <a:off x="-2860727" y="-1484262"/>
                <a:ext cx="6393739" cy="1984325"/>
              </a:xfrm>
              <a:custGeom>
                <a:rect b="b" l="l" r="r" t="t"/>
                <a:pathLst>
                  <a:path extrusionOk="0" h="78200" w="251970">
                    <a:moveTo>
                      <a:pt x="389" y="0"/>
                    </a:moveTo>
                    <a:cubicBezTo>
                      <a:pt x="160" y="0"/>
                      <a:pt x="1" y="183"/>
                      <a:pt x="1" y="388"/>
                    </a:cubicBezTo>
                    <a:cubicBezTo>
                      <a:pt x="1" y="593"/>
                      <a:pt x="160" y="776"/>
                      <a:pt x="389" y="776"/>
                    </a:cubicBezTo>
                    <a:lnTo>
                      <a:pt x="66217" y="776"/>
                    </a:lnTo>
                    <a:lnTo>
                      <a:pt x="89179" y="23738"/>
                    </a:lnTo>
                    <a:lnTo>
                      <a:pt x="125197" y="23738"/>
                    </a:lnTo>
                    <a:lnTo>
                      <a:pt x="179659" y="78199"/>
                    </a:lnTo>
                    <a:lnTo>
                      <a:pt x="251581" y="78199"/>
                    </a:lnTo>
                    <a:cubicBezTo>
                      <a:pt x="251787" y="78199"/>
                      <a:pt x="251969" y="78040"/>
                      <a:pt x="251969" y="77834"/>
                    </a:cubicBezTo>
                    <a:cubicBezTo>
                      <a:pt x="251969" y="77606"/>
                      <a:pt x="251787" y="77446"/>
                      <a:pt x="251581" y="77446"/>
                    </a:cubicBezTo>
                    <a:lnTo>
                      <a:pt x="179978" y="77446"/>
                    </a:lnTo>
                    <a:lnTo>
                      <a:pt x="125517" y="22962"/>
                    </a:lnTo>
                    <a:lnTo>
                      <a:pt x="89499" y="22962"/>
                    </a:lnTo>
                    <a:lnTo>
                      <a:pt x="66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22"/>
              <p:cNvSpPr/>
              <p:nvPr/>
            </p:nvSpPr>
            <p:spPr>
              <a:xfrm rot="10800000">
                <a:off x="-1953114" y="264887"/>
                <a:ext cx="4762126" cy="1309020"/>
              </a:xfrm>
              <a:custGeom>
                <a:rect b="b" l="l" r="r" t="t"/>
                <a:pathLst>
                  <a:path extrusionOk="0" h="51587" w="187670">
                    <a:moveTo>
                      <a:pt x="187453" y="1"/>
                    </a:moveTo>
                    <a:cubicBezTo>
                      <a:pt x="187407" y="1"/>
                      <a:pt x="187362" y="24"/>
                      <a:pt x="187327" y="69"/>
                    </a:cubicBezTo>
                    <a:lnTo>
                      <a:pt x="143594" y="43780"/>
                    </a:lnTo>
                    <a:lnTo>
                      <a:pt x="103992" y="43780"/>
                    </a:lnTo>
                    <a:lnTo>
                      <a:pt x="87444" y="27232"/>
                    </a:lnTo>
                    <a:lnTo>
                      <a:pt x="46838" y="27232"/>
                    </a:lnTo>
                    <a:lnTo>
                      <a:pt x="22871" y="51198"/>
                    </a:lnTo>
                    <a:lnTo>
                      <a:pt x="183" y="51198"/>
                    </a:lnTo>
                    <a:cubicBezTo>
                      <a:pt x="91" y="51198"/>
                      <a:pt x="0" y="51289"/>
                      <a:pt x="0" y="51403"/>
                    </a:cubicBezTo>
                    <a:cubicBezTo>
                      <a:pt x="0" y="51495"/>
                      <a:pt x="91" y="51586"/>
                      <a:pt x="183" y="51586"/>
                    </a:cubicBezTo>
                    <a:lnTo>
                      <a:pt x="23031" y="51586"/>
                    </a:lnTo>
                    <a:lnTo>
                      <a:pt x="46997" y="27620"/>
                    </a:lnTo>
                    <a:lnTo>
                      <a:pt x="87284" y="27620"/>
                    </a:lnTo>
                    <a:lnTo>
                      <a:pt x="103833" y="44168"/>
                    </a:lnTo>
                    <a:lnTo>
                      <a:pt x="143754" y="44168"/>
                    </a:lnTo>
                    <a:lnTo>
                      <a:pt x="187579" y="321"/>
                    </a:lnTo>
                    <a:cubicBezTo>
                      <a:pt x="187670" y="252"/>
                      <a:pt x="187670" y="138"/>
                      <a:pt x="187579" y="69"/>
                    </a:cubicBezTo>
                    <a:cubicBezTo>
                      <a:pt x="187544" y="24"/>
                      <a:pt x="187499" y="1"/>
                      <a:pt x="1874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22"/>
              <p:cNvSpPr/>
              <p:nvPr/>
            </p:nvSpPr>
            <p:spPr>
              <a:xfrm rot="10800000">
                <a:off x="-55114" y="833084"/>
                <a:ext cx="3182685" cy="778175"/>
              </a:xfrm>
              <a:custGeom>
                <a:rect b="b" l="l" r="r" t="t"/>
                <a:pathLst>
                  <a:path extrusionOk="0" h="30667" w="125426">
                    <a:moveTo>
                      <a:pt x="125014" y="1"/>
                    </a:moveTo>
                    <a:cubicBezTo>
                      <a:pt x="124917" y="1"/>
                      <a:pt x="124820" y="35"/>
                      <a:pt x="124741" y="103"/>
                    </a:cubicBezTo>
                    <a:lnTo>
                      <a:pt x="111936" y="12931"/>
                    </a:lnTo>
                    <a:lnTo>
                      <a:pt x="47020" y="12931"/>
                    </a:lnTo>
                    <a:lnTo>
                      <a:pt x="30016" y="29913"/>
                    </a:lnTo>
                    <a:lnTo>
                      <a:pt x="388" y="29913"/>
                    </a:lnTo>
                    <a:cubicBezTo>
                      <a:pt x="160" y="29913"/>
                      <a:pt x="0" y="30073"/>
                      <a:pt x="0" y="30301"/>
                    </a:cubicBezTo>
                    <a:cubicBezTo>
                      <a:pt x="0" y="30507"/>
                      <a:pt x="160" y="30666"/>
                      <a:pt x="388" y="30666"/>
                    </a:cubicBezTo>
                    <a:lnTo>
                      <a:pt x="30335" y="30666"/>
                    </a:lnTo>
                    <a:lnTo>
                      <a:pt x="47340" y="13685"/>
                    </a:lnTo>
                    <a:lnTo>
                      <a:pt x="112255" y="13685"/>
                    </a:lnTo>
                    <a:lnTo>
                      <a:pt x="125288" y="651"/>
                    </a:lnTo>
                    <a:cubicBezTo>
                      <a:pt x="125425" y="514"/>
                      <a:pt x="125425" y="263"/>
                      <a:pt x="125288" y="103"/>
                    </a:cubicBezTo>
                    <a:cubicBezTo>
                      <a:pt x="125208" y="35"/>
                      <a:pt x="125111" y="1"/>
                      <a:pt x="1250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22"/>
              <p:cNvSpPr/>
              <p:nvPr/>
            </p:nvSpPr>
            <p:spPr>
              <a:xfrm rot="10800000">
                <a:off x="2654352" y="663960"/>
                <a:ext cx="2054994" cy="401407"/>
              </a:xfrm>
              <a:custGeom>
                <a:rect b="b" l="l" r="r" t="t"/>
                <a:pathLst>
                  <a:path extrusionOk="0" h="15819" w="80985">
                    <a:moveTo>
                      <a:pt x="206" y="1"/>
                    </a:moveTo>
                    <a:cubicBezTo>
                      <a:pt x="92" y="1"/>
                      <a:pt x="0" y="92"/>
                      <a:pt x="0" y="183"/>
                    </a:cubicBezTo>
                    <a:cubicBezTo>
                      <a:pt x="0" y="297"/>
                      <a:pt x="92" y="389"/>
                      <a:pt x="206" y="389"/>
                    </a:cubicBezTo>
                    <a:lnTo>
                      <a:pt x="37297" y="389"/>
                    </a:lnTo>
                    <a:lnTo>
                      <a:pt x="52750" y="15818"/>
                    </a:lnTo>
                    <a:lnTo>
                      <a:pt x="80779" y="15818"/>
                    </a:lnTo>
                    <a:cubicBezTo>
                      <a:pt x="80893" y="15818"/>
                      <a:pt x="80985" y="15727"/>
                      <a:pt x="80985" y="15636"/>
                    </a:cubicBezTo>
                    <a:cubicBezTo>
                      <a:pt x="80985" y="15522"/>
                      <a:pt x="80893" y="15430"/>
                      <a:pt x="80779" y="15430"/>
                    </a:cubicBezTo>
                    <a:lnTo>
                      <a:pt x="52909" y="15430"/>
                    </a:lnTo>
                    <a:lnTo>
                      <a:pt x="3745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22"/>
              <p:cNvSpPr/>
              <p:nvPr/>
            </p:nvSpPr>
            <p:spPr>
              <a:xfrm rot="10800000">
                <a:off x="3113081" y="264887"/>
                <a:ext cx="1679673" cy="520720"/>
              </a:xfrm>
              <a:custGeom>
                <a:rect b="b" l="l" r="r" t="t"/>
                <a:pathLst>
                  <a:path extrusionOk="0" h="20521" w="66194">
                    <a:moveTo>
                      <a:pt x="183" y="0"/>
                    </a:moveTo>
                    <a:cubicBezTo>
                      <a:pt x="92" y="0"/>
                      <a:pt x="1" y="91"/>
                      <a:pt x="1" y="206"/>
                    </a:cubicBezTo>
                    <a:cubicBezTo>
                      <a:pt x="1" y="297"/>
                      <a:pt x="92" y="388"/>
                      <a:pt x="183" y="388"/>
                    </a:cubicBezTo>
                    <a:lnTo>
                      <a:pt x="25245" y="388"/>
                    </a:lnTo>
                    <a:lnTo>
                      <a:pt x="45377" y="20520"/>
                    </a:lnTo>
                    <a:lnTo>
                      <a:pt x="66011" y="20520"/>
                    </a:lnTo>
                    <a:cubicBezTo>
                      <a:pt x="66103" y="20520"/>
                      <a:pt x="66194" y="20429"/>
                      <a:pt x="66194" y="20337"/>
                    </a:cubicBezTo>
                    <a:cubicBezTo>
                      <a:pt x="66194" y="20223"/>
                      <a:pt x="66103" y="20132"/>
                      <a:pt x="66011" y="20132"/>
                    </a:cubicBezTo>
                    <a:lnTo>
                      <a:pt x="45537" y="20132"/>
                    </a:lnTo>
                    <a:lnTo>
                      <a:pt x="254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22"/>
              <p:cNvSpPr/>
              <p:nvPr/>
            </p:nvSpPr>
            <p:spPr>
              <a:xfrm rot="10800000">
                <a:off x="3798841" y="59274"/>
                <a:ext cx="993913" cy="458755"/>
              </a:xfrm>
              <a:custGeom>
                <a:rect b="b" l="l" r="r" t="t"/>
                <a:pathLst>
                  <a:path extrusionOk="0" h="18079" w="39169">
                    <a:moveTo>
                      <a:pt x="183" y="0"/>
                    </a:moveTo>
                    <a:cubicBezTo>
                      <a:pt x="92" y="0"/>
                      <a:pt x="1" y="92"/>
                      <a:pt x="1" y="206"/>
                    </a:cubicBezTo>
                    <a:cubicBezTo>
                      <a:pt x="1" y="297"/>
                      <a:pt x="92" y="388"/>
                      <a:pt x="183" y="388"/>
                    </a:cubicBezTo>
                    <a:lnTo>
                      <a:pt x="21182" y="388"/>
                    </a:lnTo>
                    <a:lnTo>
                      <a:pt x="38826" y="18010"/>
                    </a:lnTo>
                    <a:cubicBezTo>
                      <a:pt x="38849" y="18055"/>
                      <a:pt x="38895" y="18078"/>
                      <a:pt x="38940" y="18078"/>
                    </a:cubicBezTo>
                    <a:cubicBezTo>
                      <a:pt x="39009" y="18078"/>
                      <a:pt x="39055" y="18055"/>
                      <a:pt x="39077" y="18010"/>
                    </a:cubicBezTo>
                    <a:cubicBezTo>
                      <a:pt x="39169" y="17941"/>
                      <a:pt x="39169" y="17827"/>
                      <a:pt x="39077" y="17736"/>
                    </a:cubicBezTo>
                    <a:lnTo>
                      <a:pt x="2134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22"/>
              <p:cNvSpPr/>
              <p:nvPr/>
            </p:nvSpPr>
            <p:spPr>
              <a:xfrm rot="10800000">
                <a:off x="394353" y="672080"/>
                <a:ext cx="136695" cy="136695"/>
              </a:xfrm>
              <a:custGeom>
                <a:rect b="b" l="l" r="r" t="t"/>
                <a:pathLst>
                  <a:path extrusionOk="0" h="5387" w="5387">
                    <a:moveTo>
                      <a:pt x="2694" y="388"/>
                    </a:moveTo>
                    <a:cubicBezTo>
                      <a:pt x="3972" y="388"/>
                      <a:pt x="5022" y="1415"/>
                      <a:pt x="5022" y="2694"/>
                    </a:cubicBezTo>
                    <a:cubicBezTo>
                      <a:pt x="5022" y="3972"/>
                      <a:pt x="3972" y="4999"/>
                      <a:pt x="2694" y="4999"/>
                    </a:cubicBezTo>
                    <a:cubicBezTo>
                      <a:pt x="1415" y="4999"/>
                      <a:pt x="388" y="3972"/>
                      <a:pt x="388" y="2694"/>
                    </a:cubicBezTo>
                    <a:cubicBezTo>
                      <a:pt x="388" y="1415"/>
                      <a:pt x="1415" y="388"/>
                      <a:pt x="2694" y="388"/>
                    </a:cubicBezTo>
                    <a:close/>
                    <a:moveTo>
                      <a:pt x="2694" y="0"/>
                    </a:moveTo>
                    <a:cubicBezTo>
                      <a:pt x="1210" y="0"/>
                      <a:pt x="0" y="1210"/>
                      <a:pt x="0" y="2694"/>
                    </a:cubicBezTo>
                    <a:cubicBezTo>
                      <a:pt x="0" y="4177"/>
                      <a:pt x="1210" y="5387"/>
                      <a:pt x="2694" y="5387"/>
                    </a:cubicBezTo>
                    <a:cubicBezTo>
                      <a:pt x="4177" y="5387"/>
                      <a:pt x="5387" y="4177"/>
                      <a:pt x="5387" y="2694"/>
                    </a:cubicBezTo>
                    <a:cubicBezTo>
                      <a:pt x="5387" y="1210"/>
                      <a:pt x="4177" y="0"/>
                      <a:pt x="26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22"/>
              <p:cNvSpPr/>
              <p:nvPr/>
            </p:nvSpPr>
            <p:spPr>
              <a:xfrm rot="10800000">
                <a:off x="418079" y="695805"/>
                <a:ext cx="88660" cy="89244"/>
              </a:xfrm>
              <a:custGeom>
                <a:rect b="b" l="l" r="r" t="t"/>
                <a:pathLst>
                  <a:path extrusionOk="0" h="3517" w="3494">
                    <a:moveTo>
                      <a:pt x="1736" y="1"/>
                    </a:moveTo>
                    <a:cubicBezTo>
                      <a:pt x="777" y="1"/>
                      <a:pt x="1" y="800"/>
                      <a:pt x="1" y="1759"/>
                    </a:cubicBezTo>
                    <a:cubicBezTo>
                      <a:pt x="1" y="2717"/>
                      <a:pt x="777" y="3516"/>
                      <a:pt x="1736" y="3516"/>
                    </a:cubicBezTo>
                    <a:cubicBezTo>
                      <a:pt x="2717" y="3516"/>
                      <a:pt x="3493" y="2717"/>
                      <a:pt x="3493" y="1759"/>
                    </a:cubicBezTo>
                    <a:cubicBezTo>
                      <a:pt x="3493" y="800"/>
                      <a:pt x="2717" y="1"/>
                      <a:pt x="17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22"/>
              <p:cNvSpPr/>
              <p:nvPr/>
            </p:nvSpPr>
            <p:spPr>
              <a:xfrm rot="10800000">
                <a:off x="2364747" y="600243"/>
                <a:ext cx="136721" cy="136721"/>
              </a:xfrm>
              <a:custGeom>
                <a:rect b="b" l="l" r="r" t="t"/>
                <a:pathLst>
                  <a:path extrusionOk="0" h="5388" w="5388">
                    <a:moveTo>
                      <a:pt x="2694" y="366"/>
                    </a:moveTo>
                    <a:cubicBezTo>
                      <a:pt x="3972" y="366"/>
                      <a:pt x="4999" y="1416"/>
                      <a:pt x="4999" y="2694"/>
                    </a:cubicBezTo>
                    <a:cubicBezTo>
                      <a:pt x="4999" y="3972"/>
                      <a:pt x="3972" y="4999"/>
                      <a:pt x="2694" y="4999"/>
                    </a:cubicBezTo>
                    <a:cubicBezTo>
                      <a:pt x="1416" y="4999"/>
                      <a:pt x="366" y="3972"/>
                      <a:pt x="366" y="2694"/>
                    </a:cubicBezTo>
                    <a:cubicBezTo>
                      <a:pt x="366" y="1416"/>
                      <a:pt x="1416" y="366"/>
                      <a:pt x="2694" y="366"/>
                    </a:cubicBezTo>
                    <a:close/>
                    <a:moveTo>
                      <a:pt x="2694" y="0"/>
                    </a:moveTo>
                    <a:cubicBezTo>
                      <a:pt x="1210" y="0"/>
                      <a:pt x="0" y="1210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210"/>
                      <a:pt x="4177" y="0"/>
                      <a:pt x="26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22"/>
              <p:cNvSpPr/>
              <p:nvPr/>
            </p:nvSpPr>
            <p:spPr>
              <a:xfrm rot="10800000">
                <a:off x="2389082" y="623994"/>
                <a:ext cx="88635" cy="89219"/>
              </a:xfrm>
              <a:custGeom>
                <a:rect b="b" l="l" r="r" t="t"/>
                <a:pathLst>
                  <a:path extrusionOk="0" h="3516" w="3493">
                    <a:moveTo>
                      <a:pt x="1758" y="0"/>
                    </a:moveTo>
                    <a:cubicBezTo>
                      <a:pt x="776" y="0"/>
                      <a:pt x="0" y="776"/>
                      <a:pt x="0" y="1758"/>
                    </a:cubicBezTo>
                    <a:cubicBezTo>
                      <a:pt x="0" y="2717"/>
                      <a:pt x="776" y="3515"/>
                      <a:pt x="1758" y="3515"/>
                    </a:cubicBezTo>
                    <a:cubicBezTo>
                      <a:pt x="2716" y="3515"/>
                      <a:pt x="3493" y="2717"/>
                      <a:pt x="3493" y="1758"/>
                    </a:cubicBezTo>
                    <a:cubicBezTo>
                      <a:pt x="3493" y="776"/>
                      <a:pt x="2716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22"/>
              <p:cNvSpPr/>
              <p:nvPr/>
            </p:nvSpPr>
            <p:spPr>
              <a:xfrm rot="10800000">
                <a:off x="3119450" y="794286"/>
                <a:ext cx="96171" cy="96171"/>
              </a:xfrm>
              <a:custGeom>
                <a:rect b="b" l="l" r="r" t="t"/>
                <a:pathLst>
                  <a:path extrusionOk="0" h="3790" w="3790">
                    <a:moveTo>
                      <a:pt x="1895" y="366"/>
                    </a:moveTo>
                    <a:cubicBezTo>
                      <a:pt x="2717" y="366"/>
                      <a:pt x="3402" y="1051"/>
                      <a:pt x="3402" y="1895"/>
                    </a:cubicBezTo>
                    <a:cubicBezTo>
                      <a:pt x="3402" y="2717"/>
                      <a:pt x="2717" y="3402"/>
                      <a:pt x="1895" y="3402"/>
                    </a:cubicBezTo>
                    <a:cubicBezTo>
                      <a:pt x="1051" y="3402"/>
                      <a:pt x="366" y="2717"/>
                      <a:pt x="366" y="1895"/>
                    </a:cubicBezTo>
                    <a:cubicBezTo>
                      <a:pt x="366" y="1051"/>
                      <a:pt x="1051" y="366"/>
                      <a:pt x="1895" y="366"/>
                    </a:cubicBezTo>
                    <a:close/>
                    <a:moveTo>
                      <a:pt x="1895" y="1"/>
                    </a:moveTo>
                    <a:cubicBezTo>
                      <a:pt x="845" y="1"/>
                      <a:pt x="1" y="845"/>
                      <a:pt x="1" y="1895"/>
                    </a:cubicBezTo>
                    <a:cubicBezTo>
                      <a:pt x="1" y="2922"/>
                      <a:pt x="845" y="3790"/>
                      <a:pt x="1895" y="3790"/>
                    </a:cubicBezTo>
                    <a:cubicBezTo>
                      <a:pt x="2922" y="3790"/>
                      <a:pt x="3790" y="2922"/>
                      <a:pt x="3790" y="1895"/>
                    </a:cubicBezTo>
                    <a:cubicBezTo>
                      <a:pt x="3790" y="845"/>
                      <a:pt x="2922" y="1"/>
                      <a:pt x="18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22"/>
              <p:cNvSpPr/>
              <p:nvPr/>
            </p:nvSpPr>
            <p:spPr>
              <a:xfrm rot="10800000">
                <a:off x="3137391" y="812226"/>
                <a:ext cx="60849" cy="60849"/>
              </a:xfrm>
              <a:custGeom>
                <a:rect b="b" l="l" r="r" t="t"/>
                <a:pathLst>
                  <a:path extrusionOk="0" h="2398" w="2398">
                    <a:moveTo>
                      <a:pt x="1210" y="1"/>
                    </a:moveTo>
                    <a:cubicBezTo>
                      <a:pt x="548" y="1"/>
                      <a:pt x="1" y="548"/>
                      <a:pt x="1" y="1210"/>
                    </a:cubicBezTo>
                    <a:cubicBezTo>
                      <a:pt x="1" y="1872"/>
                      <a:pt x="548" y="2397"/>
                      <a:pt x="1210" y="2397"/>
                    </a:cubicBezTo>
                    <a:cubicBezTo>
                      <a:pt x="1872" y="2397"/>
                      <a:pt x="2397" y="1872"/>
                      <a:pt x="2397" y="1210"/>
                    </a:cubicBezTo>
                    <a:cubicBezTo>
                      <a:pt x="2397" y="548"/>
                      <a:pt x="1872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22"/>
              <p:cNvSpPr/>
              <p:nvPr/>
            </p:nvSpPr>
            <p:spPr>
              <a:xfrm rot="10800000">
                <a:off x="1773992" y="614732"/>
                <a:ext cx="107742" cy="107742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59" y="0"/>
                      <a:pt x="0" y="936"/>
                      <a:pt x="0" y="2123"/>
                    </a:cubicBezTo>
                    <a:cubicBezTo>
                      <a:pt x="0" y="3287"/>
                      <a:pt x="959" y="4246"/>
                      <a:pt x="2123" y="4246"/>
                    </a:cubicBezTo>
                    <a:cubicBezTo>
                      <a:pt x="3310" y="4246"/>
                      <a:pt x="4246" y="3287"/>
                      <a:pt x="4246" y="2123"/>
                    </a:cubicBezTo>
                    <a:cubicBezTo>
                      <a:pt x="4246" y="936"/>
                      <a:pt x="3310" y="0"/>
                      <a:pt x="21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22"/>
              <p:cNvSpPr/>
              <p:nvPr/>
            </p:nvSpPr>
            <p:spPr>
              <a:xfrm rot="10800000">
                <a:off x="1389967" y="30321"/>
                <a:ext cx="66051" cy="66051"/>
              </a:xfrm>
              <a:custGeom>
                <a:rect b="b" l="l" r="r" t="t"/>
                <a:pathLst>
                  <a:path extrusionOk="0" h="2603" w="2603">
                    <a:moveTo>
                      <a:pt x="1301" y="0"/>
                    </a:moveTo>
                    <a:cubicBezTo>
                      <a:pt x="594" y="0"/>
                      <a:pt x="0" y="571"/>
                      <a:pt x="0" y="1301"/>
                    </a:cubicBezTo>
                    <a:cubicBezTo>
                      <a:pt x="0" y="2009"/>
                      <a:pt x="594" y="2602"/>
                      <a:pt x="1301" y="2602"/>
                    </a:cubicBezTo>
                    <a:cubicBezTo>
                      <a:pt x="2009" y="2602"/>
                      <a:pt x="2602" y="2009"/>
                      <a:pt x="2602" y="1301"/>
                    </a:cubicBezTo>
                    <a:cubicBezTo>
                      <a:pt x="2602" y="571"/>
                      <a:pt x="2009" y="0"/>
                      <a:pt x="13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22"/>
              <p:cNvSpPr/>
              <p:nvPr/>
            </p:nvSpPr>
            <p:spPr>
              <a:xfrm rot="10800000">
                <a:off x="1117185" y="222029"/>
                <a:ext cx="145982" cy="146566"/>
              </a:xfrm>
              <a:custGeom>
                <a:rect b="b" l="l" r="r" t="t"/>
                <a:pathLst>
                  <a:path extrusionOk="0" h="5776" w="5753">
                    <a:moveTo>
                      <a:pt x="2877" y="388"/>
                    </a:moveTo>
                    <a:cubicBezTo>
                      <a:pt x="4246" y="388"/>
                      <a:pt x="5388" y="1507"/>
                      <a:pt x="5388" y="2899"/>
                    </a:cubicBezTo>
                    <a:cubicBezTo>
                      <a:pt x="5388" y="4269"/>
                      <a:pt x="4246" y="5410"/>
                      <a:pt x="2877" y="5410"/>
                    </a:cubicBezTo>
                    <a:cubicBezTo>
                      <a:pt x="1485" y="5410"/>
                      <a:pt x="366" y="4269"/>
                      <a:pt x="366" y="2899"/>
                    </a:cubicBezTo>
                    <a:cubicBezTo>
                      <a:pt x="366" y="1507"/>
                      <a:pt x="1485" y="388"/>
                      <a:pt x="2877" y="388"/>
                    </a:cubicBezTo>
                    <a:close/>
                    <a:moveTo>
                      <a:pt x="2877" y="0"/>
                    </a:moveTo>
                    <a:cubicBezTo>
                      <a:pt x="1279" y="0"/>
                      <a:pt x="1" y="1301"/>
                      <a:pt x="1" y="2899"/>
                    </a:cubicBezTo>
                    <a:cubicBezTo>
                      <a:pt x="1" y="4497"/>
                      <a:pt x="1279" y="5775"/>
                      <a:pt x="2877" y="5775"/>
                    </a:cubicBezTo>
                    <a:cubicBezTo>
                      <a:pt x="4475" y="5775"/>
                      <a:pt x="5753" y="4497"/>
                      <a:pt x="5753" y="2899"/>
                    </a:cubicBezTo>
                    <a:cubicBezTo>
                      <a:pt x="5753" y="1301"/>
                      <a:pt x="4475" y="0"/>
                      <a:pt x="28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22"/>
              <p:cNvSpPr/>
              <p:nvPr/>
            </p:nvSpPr>
            <p:spPr>
              <a:xfrm rot="10800000">
                <a:off x="1142662" y="248089"/>
                <a:ext cx="95004" cy="94446"/>
              </a:xfrm>
              <a:custGeom>
                <a:rect b="b" l="l" r="r" t="t"/>
                <a:pathLst>
                  <a:path extrusionOk="0" h="3722" w="3744">
                    <a:moveTo>
                      <a:pt x="1872" y="0"/>
                    </a:moveTo>
                    <a:cubicBezTo>
                      <a:pt x="845" y="0"/>
                      <a:pt x="0" y="845"/>
                      <a:pt x="0" y="1872"/>
                    </a:cubicBezTo>
                    <a:cubicBezTo>
                      <a:pt x="0" y="2899"/>
                      <a:pt x="845" y="3721"/>
                      <a:pt x="1872" y="3721"/>
                    </a:cubicBezTo>
                    <a:cubicBezTo>
                      <a:pt x="2899" y="3721"/>
                      <a:pt x="3744" y="2899"/>
                      <a:pt x="3744" y="1872"/>
                    </a:cubicBezTo>
                    <a:cubicBezTo>
                      <a:pt x="3744" y="845"/>
                      <a:pt x="2899" y="0"/>
                      <a:pt x="18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22"/>
              <p:cNvSpPr/>
              <p:nvPr/>
            </p:nvSpPr>
            <p:spPr>
              <a:xfrm rot="10800000">
                <a:off x="2750498" y="215660"/>
                <a:ext cx="107742" cy="107768"/>
              </a:xfrm>
              <a:custGeom>
                <a:rect b="b" l="l" r="r" t="t"/>
                <a:pathLst>
                  <a:path extrusionOk="0" h="4247" w="4246">
                    <a:moveTo>
                      <a:pt x="2123" y="1"/>
                    </a:moveTo>
                    <a:cubicBezTo>
                      <a:pt x="959" y="1"/>
                      <a:pt x="0" y="937"/>
                      <a:pt x="0" y="2123"/>
                    </a:cubicBezTo>
                    <a:cubicBezTo>
                      <a:pt x="0" y="3288"/>
                      <a:pt x="959" y="4246"/>
                      <a:pt x="2123" y="4246"/>
                    </a:cubicBezTo>
                    <a:cubicBezTo>
                      <a:pt x="3310" y="4246"/>
                      <a:pt x="4246" y="3288"/>
                      <a:pt x="4246" y="2123"/>
                    </a:cubicBezTo>
                    <a:cubicBezTo>
                      <a:pt x="4246" y="937"/>
                      <a:pt x="3310" y="1"/>
                      <a:pt x="21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22"/>
              <p:cNvSpPr/>
              <p:nvPr/>
            </p:nvSpPr>
            <p:spPr>
              <a:xfrm rot="10800000">
                <a:off x="3063828" y="215660"/>
                <a:ext cx="107768" cy="107768"/>
              </a:xfrm>
              <a:custGeom>
                <a:rect b="b" l="l" r="r" t="t"/>
                <a:pathLst>
                  <a:path extrusionOk="0" h="4247" w="4247">
                    <a:moveTo>
                      <a:pt x="2123" y="1"/>
                    </a:moveTo>
                    <a:cubicBezTo>
                      <a:pt x="936" y="1"/>
                      <a:pt x="1" y="937"/>
                      <a:pt x="1" y="2123"/>
                    </a:cubicBezTo>
                    <a:cubicBezTo>
                      <a:pt x="1" y="3288"/>
                      <a:pt x="936" y="4246"/>
                      <a:pt x="2123" y="4246"/>
                    </a:cubicBezTo>
                    <a:cubicBezTo>
                      <a:pt x="3287" y="4246"/>
                      <a:pt x="4246" y="3288"/>
                      <a:pt x="4246" y="2123"/>
                    </a:cubicBezTo>
                    <a:cubicBezTo>
                      <a:pt x="4246" y="937"/>
                      <a:pt x="3287" y="1"/>
                      <a:pt x="21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22"/>
              <p:cNvSpPr/>
              <p:nvPr/>
            </p:nvSpPr>
            <p:spPr>
              <a:xfrm rot="10800000">
                <a:off x="3750755" y="10630"/>
                <a:ext cx="107768" cy="107768"/>
              </a:xfrm>
              <a:custGeom>
                <a:rect b="b" l="l" r="r" t="t"/>
                <a:pathLst>
                  <a:path extrusionOk="0" h="4247" w="4247">
                    <a:moveTo>
                      <a:pt x="2123" y="1"/>
                    </a:moveTo>
                    <a:cubicBezTo>
                      <a:pt x="959" y="1"/>
                      <a:pt x="1" y="960"/>
                      <a:pt x="1" y="2124"/>
                    </a:cubicBezTo>
                    <a:cubicBezTo>
                      <a:pt x="1" y="3311"/>
                      <a:pt x="959" y="4246"/>
                      <a:pt x="2123" y="4246"/>
                    </a:cubicBezTo>
                    <a:cubicBezTo>
                      <a:pt x="3310" y="4246"/>
                      <a:pt x="4246" y="3311"/>
                      <a:pt x="4246" y="2124"/>
                    </a:cubicBezTo>
                    <a:cubicBezTo>
                      <a:pt x="4246" y="960"/>
                      <a:pt x="3310" y="1"/>
                      <a:pt x="21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22"/>
              <p:cNvSpPr/>
              <p:nvPr/>
            </p:nvSpPr>
            <p:spPr>
              <a:xfrm rot="10800000">
                <a:off x="4206008" y="458930"/>
                <a:ext cx="107742" cy="107742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59" y="0"/>
                      <a:pt x="0" y="936"/>
                      <a:pt x="0" y="2123"/>
                    </a:cubicBezTo>
                    <a:cubicBezTo>
                      <a:pt x="0" y="3287"/>
                      <a:pt x="959" y="4246"/>
                      <a:pt x="2123" y="4246"/>
                    </a:cubicBezTo>
                    <a:cubicBezTo>
                      <a:pt x="3287" y="4246"/>
                      <a:pt x="4246" y="3287"/>
                      <a:pt x="4246" y="2123"/>
                    </a:cubicBezTo>
                    <a:cubicBezTo>
                      <a:pt x="4246" y="936"/>
                      <a:pt x="3287" y="0"/>
                      <a:pt x="21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22"/>
              <p:cNvSpPr/>
              <p:nvPr/>
            </p:nvSpPr>
            <p:spPr>
              <a:xfrm rot="10800000">
                <a:off x="1527829" y="631531"/>
                <a:ext cx="73588" cy="74146"/>
              </a:xfrm>
              <a:custGeom>
                <a:rect b="b" l="l" r="r" t="t"/>
                <a:pathLst>
                  <a:path extrusionOk="0" h="2922" w="2900">
                    <a:moveTo>
                      <a:pt x="1462" y="0"/>
                    </a:moveTo>
                    <a:cubicBezTo>
                      <a:pt x="640" y="0"/>
                      <a:pt x="1" y="639"/>
                      <a:pt x="1" y="1461"/>
                    </a:cubicBezTo>
                    <a:cubicBezTo>
                      <a:pt x="1" y="2260"/>
                      <a:pt x="640" y="2922"/>
                      <a:pt x="1462" y="2922"/>
                    </a:cubicBezTo>
                    <a:cubicBezTo>
                      <a:pt x="2261" y="2922"/>
                      <a:pt x="2900" y="2260"/>
                      <a:pt x="2900" y="1461"/>
                    </a:cubicBezTo>
                    <a:cubicBezTo>
                      <a:pt x="2900" y="639"/>
                      <a:pt x="2261" y="0"/>
                      <a:pt x="14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22"/>
              <p:cNvSpPr/>
              <p:nvPr/>
            </p:nvSpPr>
            <p:spPr>
              <a:xfrm rot="10800000">
                <a:off x="3486068" y="453144"/>
                <a:ext cx="74171" cy="74146"/>
              </a:xfrm>
              <a:custGeom>
                <a:rect b="b" l="l" r="r" t="t"/>
                <a:pathLst>
                  <a:path extrusionOk="0" h="2922" w="2923">
                    <a:moveTo>
                      <a:pt x="1462" y="0"/>
                    </a:moveTo>
                    <a:cubicBezTo>
                      <a:pt x="640" y="0"/>
                      <a:pt x="1" y="662"/>
                      <a:pt x="1" y="1461"/>
                    </a:cubicBezTo>
                    <a:cubicBezTo>
                      <a:pt x="1" y="2260"/>
                      <a:pt x="640" y="2922"/>
                      <a:pt x="1462" y="2922"/>
                    </a:cubicBezTo>
                    <a:cubicBezTo>
                      <a:pt x="2260" y="2922"/>
                      <a:pt x="2922" y="2260"/>
                      <a:pt x="2922" y="1461"/>
                    </a:cubicBezTo>
                    <a:cubicBezTo>
                      <a:pt x="2922" y="662"/>
                      <a:pt x="2260" y="0"/>
                      <a:pt x="14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22"/>
              <p:cNvSpPr/>
              <p:nvPr/>
            </p:nvSpPr>
            <p:spPr>
              <a:xfrm rot="10800000">
                <a:off x="-539320" y="1055496"/>
                <a:ext cx="3040788" cy="9871"/>
              </a:xfrm>
              <a:custGeom>
                <a:rect b="b" l="l" r="r" t="t"/>
                <a:pathLst>
                  <a:path extrusionOk="0" h="389" w="119834">
                    <a:moveTo>
                      <a:pt x="183" y="1"/>
                    </a:moveTo>
                    <a:cubicBezTo>
                      <a:pt x="69" y="1"/>
                      <a:pt x="0" y="92"/>
                      <a:pt x="0" y="183"/>
                    </a:cubicBezTo>
                    <a:cubicBezTo>
                      <a:pt x="0" y="297"/>
                      <a:pt x="69" y="389"/>
                      <a:pt x="183" y="389"/>
                    </a:cubicBezTo>
                    <a:lnTo>
                      <a:pt x="119628" y="389"/>
                    </a:lnTo>
                    <a:cubicBezTo>
                      <a:pt x="119742" y="389"/>
                      <a:pt x="119833" y="297"/>
                      <a:pt x="119833" y="183"/>
                    </a:cubicBezTo>
                    <a:cubicBezTo>
                      <a:pt x="119833" y="92"/>
                      <a:pt x="119742" y="1"/>
                      <a:pt x="1196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22"/>
              <p:cNvSpPr/>
              <p:nvPr/>
            </p:nvSpPr>
            <p:spPr>
              <a:xfrm rot="10800000">
                <a:off x="2486953" y="1023650"/>
                <a:ext cx="74171" cy="74146"/>
              </a:xfrm>
              <a:custGeom>
                <a:rect b="b" l="l" r="r" t="t"/>
                <a:pathLst>
                  <a:path extrusionOk="0" h="2922" w="2923">
                    <a:moveTo>
                      <a:pt x="1461" y="0"/>
                    </a:moveTo>
                    <a:cubicBezTo>
                      <a:pt x="640" y="0"/>
                      <a:pt x="0" y="662"/>
                      <a:pt x="0" y="1461"/>
                    </a:cubicBezTo>
                    <a:cubicBezTo>
                      <a:pt x="0" y="2283"/>
                      <a:pt x="640" y="2922"/>
                      <a:pt x="1461" y="2922"/>
                    </a:cubicBezTo>
                    <a:cubicBezTo>
                      <a:pt x="2260" y="2922"/>
                      <a:pt x="2922" y="2283"/>
                      <a:pt x="2922" y="1461"/>
                    </a:cubicBezTo>
                    <a:cubicBezTo>
                      <a:pt x="2922" y="662"/>
                      <a:pt x="2260" y="0"/>
                      <a:pt x="14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22"/>
              <p:cNvSpPr/>
              <p:nvPr/>
            </p:nvSpPr>
            <p:spPr>
              <a:xfrm rot="10800000">
                <a:off x="-192368" y="1292955"/>
                <a:ext cx="280927" cy="175519"/>
              </a:xfrm>
              <a:custGeom>
                <a:rect b="b" l="l" r="r" t="t"/>
                <a:pathLst>
                  <a:path extrusionOk="0" h="6917" w="11071">
                    <a:moveTo>
                      <a:pt x="6666" y="0"/>
                    </a:moveTo>
                    <a:lnTo>
                      <a:pt x="1" y="6916"/>
                    </a:lnTo>
                    <a:lnTo>
                      <a:pt x="4429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7" name="Google Shape;227;p22"/>
            <p:cNvSpPr/>
            <p:nvPr/>
          </p:nvSpPr>
          <p:spPr>
            <a:xfrm rot="10800000">
              <a:off x="4766122" y="487397"/>
              <a:ext cx="50803" cy="50803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3"/>
          <p:cNvGrpSpPr/>
          <p:nvPr/>
        </p:nvGrpSpPr>
        <p:grpSpPr>
          <a:xfrm flipH="1">
            <a:off x="-741540" y="-2483486"/>
            <a:ext cx="7884219" cy="3433770"/>
            <a:chOff x="24125" y="294775"/>
            <a:chExt cx="7767703" cy="3383025"/>
          </a:xfrm>
        </p:grpSpPr>
        <p:sp>
          <p:nvSpPr>
            <p:cNvPr id="230" name="Google Shape;230;p23"/>
            <p:cNvSpPr/>
            <p:nvPr/>
          </p:nvSpPr>
          <p:spPr>
            <a:xfrm>
              <a:off x="1686375" y="607200"/>
              <a:ext cx="142125" cy="129550"/>
            </a:xfrm>
            <a:custGeom>
              <a:rect b="b" l="l" r="r" t="t"/>
              <a:pathLst>
                <a:path extrusionOk="0" h="5182" w="5685">
                  <a:moveTo>
                    <a:pt x="2834" y="1"/>
                  </a:moveTo>
                  <a:cubicBezTo>
                    <a:pt x="2169" y="1"/>
                    <a:pt x="1507" y="252"/>
                    <a:pt x="1005" y="754"/>
                  </a:cubicBezTo>
                  <a:cubicBezTo>
                    <a:pt x="1" y="1781"/>
                    <a:pt x="1" y="3402"/>
                    <a:pt x="1005" y="4429"/>
                  </a:cubicBezTo>
                  <a:cubicBezTo>
                    <a:pt x="1507" y="4931"/>
                    <a:pt x="2169" y="5182"/>
                    <a:pt x="2834" y="5182"/>
                  </a:cubicBezTo>
                  <a:cubicBezTo>
                    <a:pt x="3499" y="5182"/>
                    <a:pt x="4166" y="4931"/>
                    <a:pt x="4680" y="4429"/>
                  </a:cubicBezTo>
                  <a:cubicBezTo>
                    <a:pt x="5684" y="3402"/>
                    <a:pt x="5684" y="1781"/>
                    <a:pt x="4680" y="754"/>
                  </a:cubicBezTo>
                  <a:cubicBezTo>
                    <a:pt x="4166" y="252"/>
                    <a:pt x="3499" y="1"/>
                    <a:pt x="2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3"/>
            <p:cNvSpPr/>
            <p:nvPr/>
          </p:nvSpPr>
          <p:spPr>
            <a:xfrm>
              <a:off x="66098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3"/>
            <p:cNvSpPr/>
            <p:nvPr/>
          </p:nvSpPr>
          <p:spPr>
            <a:xfrm>
              <a:off x="67216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3"/>
            <p:cNvSpPr/>
            <p:nvPr/>
          </p:nvSpPr>
          <p:spPr>
            <a:xfrm>
              <a:off x="68340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3"/>
            <p:cNvSpPr/>
            <p:nvPr/>
          </p:nvSpPr>
          <p:spPr>
            <a:xfrm>
              <a:off x="69459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3"/>
            <p:cNvSpPr/>
            <p:nvPr/>
          </p:nvSpPr>
          <p:spPr>
            <a:xfrm>
              <a:off x="70577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607" y="3721"/>
                  </a:lnTo>
                  <a:lnTo>
                    <a:pt x="5980" y="372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3"/>
            <p:cNvSpPr/>
            <p:nvPr/>
          </p:nvSpPr>
          <p:spPr>
            <a:xfrm>
              <a:off x="71701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3"/>
            <p:cNvSpPr/>
            <p:nvPr/>
          </p:nvSpPr>
          <p:spPr>
            <a:xfrm>
              <a:off x="728200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1" y="0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3"/>
            <p:cNvSpPr/>
            <p:nvPr/>
          </p:nvSpPr>
          <p:spPr>
            <a:xfrm>
              <a:off x="2406525" y="1218350"/>
              <a:ext cx="5385303" cy="1110475"/>
            </a:xfrm>
            <a:custGeom>
              <a:rect b="b" l="l" r="r" t="t"/>
              <a:pathLst>
                <a:path extrusionOk="0" h="44419" w="206136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3"/>
            <p:cNvSpPr/>
            <p:nvPr/>
          </p:nvSpPr>
          <p:spPr>
            <a:xfrm>
              <a:off x="987925" y="355975"/>
              <a:ext cx="6210225" cy="1468400"/>
            </a:xfrm>
            <a:custGeom>
              <a:rect b="b" l="l" r="r" t="t"/>
              <a:pathLst>
                <a:path extrusionOk="0" h="58736" w="248409">
                  <a:moveTo>
                    <a:pt x="248203" y="1"/>
                  </a:moveTo>
                  <a:cubicBezTo>
                    <a:pt x="248151" y="1"/>
                    <a:pt x="248100" y="18"/>
                    <a:pt x="248066" y="52"/>
                  </a:cubicBezTo>
                  <a:lnTo>
                    <a:pt x="196663" y="51455"/>
                  </a:lnTo>
                  <a:lnTo>
                    <a:pt x="175778" y="51455"/>
                  </a:lnTo>
                  <a:lnTo>
                    <a:pt x="155760" y="31460"/>
                  </a:lnTo>
                  <a:lnTo>
                    <a:pt x="121112" y="31460"/>
                  </a:lnTo>
                  <a:lnTo>
                    <a:pt x="94200" y="58371"/>
                  </a:lnTo>
                  <a:lnTo>
                    <a:pt x="183" y="58371"/>
                  </a:lnTo>
                  <a:cubicBezTo>
                    <a:pt x="92" y="58371"/>
                    <a:pt x="0" y="58439"/>
                    <a:pt x="0" y="58553"/>
                  </a:cubicBezTo>
                  <a:cubicBezTo>
                    <a:pt x="0" y="58645"/>
                    <a:pt x="92" y="58736"/>
                    <a:pt x="183" y="58736"/>
                  </a:cubicBezTo>
                  <a:lnTo>
                    <a:pt x="94360" y="58736"/>
                  </a:lnTo>
                  <a:lnTo>
                    <a:pt x="121248" y="31848"/>
                  </a:lnTo>
                  <a:lnTo>
                    <a:pt x="155623" y="31848"/>
                  </a:lnTo>
                  <a:lnTo>
                    <a:pt x="175618" y="51843"/>
                  </a:lnTo>
                  <a:lnTo>
                    <a:pt x="196823" y="51843"/>
                  </a:lnTo>
                  <a:lnTo>
                    <a:pt x="248340" y="326"/>
                  </a:lnTo>
                  <a:cubicBezTo>
                    <a:pt x="248408" y="235"/>
                    <a:pt x="248408" y="121"/>
                    <a:pt x="248340" y="52"/>
                  </a:cubicBezTo>
                  <a:cubicBezTo>
                    <a:pt x="248306" y="18"/>
                    <a:pt x="248254" y="1"/>
                    <a:pt x="248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3"/>
            <p:cNvSpPr/>
            <p:nvPr/>
          </p:nvSpPr>
          <p:spPr>
            <a:xfrm>
              <a:off x="1265250" y="1389550"/>
              <a:ext cx="6299250" cy="1955000"/>
            </a:xfrm>
            <a:custGeom>
              <a:rect b="b" l="l" r="r" t="t"/>
              <a:pathLst>
                <a:path extrusionOk="0" h="78200" w="25197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3"/>
            <p:cNvSpPr/>
            <p:nvPr/>
          </p:nvSpPr>
          <p:spPr>
            <a:xfrm>
              <a:off x="1631600" y="1974425"/>
              <a:ext cx="6160000" cy="1095650"/>
            </a:xfrm>
            <a:custGeom>
              <a:rect b="b" l="l" r="r" t="t"/>
              <a:pathLst>
                <a:path extrusionOk="0" h="43826" w="24640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3"/>
            <p:cNvSpPr/>
            <p:nvPr/>
          </p:nvSpPr>
          <p:spPr>
            <a:xfrm>
              <a:off x="1978550" y="331575"/>
              <a:ext cx="4691750" cy="1289675"/>
            </a:xfrm>
            <a:custGeom>
              <a:rect b="b" l="l" r="r" t="t"/>
              <a:pathLst>
                <a:path extrusionOk="0" h="51587" w="18767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3"/>
            <p:cNvSpPr/>
            <p:nvPr/>
          </p:nvSpPr>
          <p:spPr>
            <a:xfrm>
              <a:off x="937150" y="2104550"/>
              <a:ext cx="6622775" cy="1510475"/>
            </a:xfrm>
            <a:custGeom>
              <a:rect b="b" l="l" r="r" t="t"/>
              <a:pathLst>
                <a:path extrusionOk="0" h="60419" w="264911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3"/>
            <p:cNvSpPr/>
            <p:nvPr/>
          </p:nvSpPr>
          <p:spPr>
            <a:xfrm>
              <a:off x="1664700" y="294775"/>
              <a:ext cx="3135650" cy="766675"/>
            </a:xfrm>
            <a:custGeom>
              <a:rect b="b" l="l" r="r" t="t"/>
              <a:pathLst>
                <a:path extrusionOk="0" h="30667" w="125426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3"/>
            <p:cNvSpPr/>
            <p:nvPr/>
          </p:nvSpPr>
          <p:spPr>
            <a:xfrm>
              <a:off x="100600" y="2193550"/>
              <a:ext cx="3410675" cy="530725"/>
            </a:xfrm>
            <a:custGeom>
              <a:rect b="b" l="l" r="r" t="t"/>
              <a:pathLst>
                <a:path extrusionOk="0" h="21229" w="136427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3"/>
            <p:cNvSpPr/>
            <p:nvPr/>
          </p:nvSpPr>
          <p:spPr>
            <a:xfrm>
              <a:off x="106300" y="832600"/>
              <a:ext cx="2024625" cy="395475"/>
            </a:xfrm>
            <a:custGeom>
              <a:rect b="b" l="l" r="r" t="t"/>
              <a:pathLst>
                <a:path extrusionOk="0" h="15819" w="80985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3"/>
            <p:cNvSpPr/>
            <p:nvPr/>
          </p:nvSpPr>
          <p:spPr>
            <a:xfrm>
              <a:off x="24125" y="1108225"/>
              <a:ext cx="1654850" cy="513025"/>
            </a:xfrm>
            <a:custGeom>
              <a:rect b="b" l="l" r="r" t="t"/>
              <a:pathLst>
                <a:path extrusionOk="0" h="20521" w="66194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3"/>
            <p:cNvSpPr/>
            <p:nvPr/>
          </p:nvSpPr>
          <p:spPr>
            <a:xfrm>
              <a:off x="24125" y="1371850"/>
              <a:ext cx="979225" cy="45197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3"/>
            <p:cNvSpPr/>
            <p:nvPr/>
          </p:nvSpPr>
          <p:spPr>
            <a:xfrm>
              <a:off x="5585500" y="1408375"/>
              <a:ext cx="1529900" cy="580350"/>
            </a:xfrm>
            <a:custGeom>
              <a:rect b="b" l="l" r="r" t="t"/>
              <a:pathLst>
                <a:path extrusionOk="0" h="23214" w="61196">
                  <a:moveTo>
                    <a:pt x="49121" y="0"/>
                  </a:moveTo>
                  <a:lnTo>
                    <a:pt x="26661" y="22460"/>
                  </a:lnTo>
                  <a:lnTo>
                    <a:pt x="389" y="22460"/>
                  </a:lnTo>
                  <a:cubicBezTo>
                    <a:pt x="161" y="22460"/>
                    <a:pt x="1" y="22620"/>
                    <a:pt x="1" y="22848"/>
                  </a:cubicBezTo>
                  <a:cubicBezTo>
                    <a:pt x="1" y="23054"/>
                    <a:pt x="161" y="23214"/>
                    <a:pt x="389" y="23214"/>
                  </a:cubicBezTo>
                  <a:lnTo>
                    <a:pt x="26980" y="23214"/>
                  </a:lnTo>
                  <a:lnTo>
                    <a:pt x="49441" y="776"/>
                  </a:lnTo>
                  <a:lnTo>
                    <a:pt x="60808" y="776"/>
                  </a:lnTo>
                  <a:cubicBezTo>
                    <a:pt x="61013" y="776"/>
                    <a:pt x="61196" y="594"/>
                    <a:pt x="61196" y="388"/>
                  </a:cubicBezTo>
                  <a:cubicBezTo>
                    <a:pt x="61196" y="183"/>
                    <a:pt x="61013" y="0"/>
                    <a:pt x="6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3"/>
            <p:cNvSpPr/>
            <p:nvPr/>
          </p:nvSpPr>
          <p:spPr>
            <a:xfrm>
              <a:off x="5953000" y="35431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3"/>
            <p:cNvSpPr/>
            <p:nvPr/>
          </p:nvSpPr>
          <p:spPr>
            <a:xfrm>
              <a:off x="5976400" y="356650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3"/>
            <p:cNvSpPr/>
            <p:nvPr/>
          </p:nvSpPr>
          <p:spPr>
            <a:xfrm>
              <a:off x="5421175" y="22563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2"/>
                    <a:pt x="3972" y="5022"/>
                    <a:pt x="2694" y="5022"/>
                  </a:cubicBezTo>
                  <a:cubicBezTo>
                    <a:pt x="1415" y="5022"/>
                    <a:pt x="365" y="3972"/>
                    <a:pt x="365" y="2694"/>
                  </a:cubicBezTo>
                  <a:cubicBezTo>
                    <a:pt x="365" y="1416"/>
                    <a:pt x="1415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3"/>
            <p:cNvSpPr/>
            <p:nvPr/>
          </p:nvSpPr>
          <p:spPr>
            <a:xfrm>
              <a:off x="5444575" y="22797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0"/>
                  </a:moveTo>
                  <a:cubicBezTo>
                    <a:pt x="776" y="0"/>
                    <a:pt x="0" y="799"/>
                    <a:pt x="0" y="1758"/>
                  </a:cubicBezTo>
                  <a:cubicBezTo>
                    <a:pt x="0" y="2739"/>
                    <a:pt x="776" y="3516"/>
                    <a:pt x="1758" y="3516"/>
                  </a:cubicBezTo>
                  <a:cubicBezTo>
                    <a:pt x="2716" y="3516"/>
                    <a:pt x="3515" y="2739"/>
                    <a:pt x="3515" y="1758"/>
                  </a:cubicBezTo>
                  <a:cubicBezTo>
                    <a:pt x="3515" y="799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3"/>
            <p:cNvSpPr/>
            <p:nvPr/>
          </p:nvSpPr>
          <p:spPr>
            <a:xfrm>
              <a:off x="5459400" y="19122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3"/>
            <p:cNvSpPr/>
            <p:nvPr/>
          </p:nvSpPr>
          <p:spPr>
            <a:xfrm>
              <a:off x="5482800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99" y="1"/>
                    <a:pt x="0" y="777"/>
                    <a:pt x="0" y="1758"/>
                  </a:cubicBezTo>
                  <a:cubicBezTo>
                    <a:pt x="0" y="2717"/>
                    <a:pt x="799" y="3516"/>
                    <a:pt x="1758" y="3516"/>
                  </a:cubicBezTo>
                  <a:cubicBezTo>
                    <a:pt x="2739" y="3516"/>
                    <a:pt x="3515" y="2717"/>
                    <a:pt x="3515" y="1758"/>
                  </a:cubicBezTo>
                  <a:cubicBezTo>
                    <a:pt x="3515" y="777"/>
                    <a:pt x="2739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3"/>
            <p:cNvSpPr/>
            <p:nvPr/>
          </p:nvSpPr>
          <p:spPr>
            <a:xfrm>
              <a:off x="4736975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3"/>
            <p:cNvSpPr/>
            <p:nvPr/>
          </p:nvSpPr>
          <p:spPr>
            <a:xfrm>
              <a:off x="7044625" y="263295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3"/>
            <p:cNvSpPr/>
            <p:nvPr/>
          </p:nvSpPr>
          <p:spPr>
            <a:xfrm>
              <a:off x="4222850" y="1085400"/>
              <a:ext cx="134675" cy="134675"/>
            </a:xfrm>
            <a:custGeom>
              <a:rect b="b" l="l" r="r" t="t"/>
              <a:pathLst>
                <a:path extrusionOk="0" h="5387" w="5387">
                  <a:moveTo>
                    <a:pt x="2694" y="388"/>
                  </a:moveTo>
                  <a:cubicBezTo>
                    <a:pt x="3972" y="388"/>
                    <a:pt x="5022" y="1415"/>
                    <a:pt x="5022" y="2694"/>
                  </a:cubicBezTo>
                  <a:cubicBezTo>
                    <a:pt x="5022" y="3972"/>
                    <a:pt x="3972" y="4999"/>
                    <a:pt x="2694" y="4999"/>
                  </a:cubicBezTo>
                  <a:cubicBezTo>
                    <a:pt x="1415" y="4999"/>
                    <a:pt x="388" y="3972"/>
                    <a:pt x="388" y="2694"/>
                  </a:cubicBezTo>
                  <a:cubicBezTo>
                    <a:pt x="388" y="1415"/>
                    <a:pt x="1415" y="388"/>
                    <a:pt x="2694" y="388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7"/>
                    <a:pt x="1210" y="5387"/>
                    <a:pt x="2694" y="5387"/>
                  </a:cubicBezTo>
                  <a:cubicBezTo>
                    <a:pt x="4177" y="5387"/>
                    <a:pt x="5387" y="4177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3"/>
            <p:cNvSpPr/>
            <p:nvPr/>
          </p:nvSpPr>
          <p:spPr>
            <a:xfrm>
              <a:off x="4246800" y="1108775"/>
              <a:ext cx="87350" cy="87925"/>
            </a:xfrm>
            <a:custGeom>
              <a:rect b="b" l="l" r="r" t="t"/>
              <a:pathLst>
                <a:path extrusionOk="0" h="3517" w="3494">
                  <a:moveTo>
                    <a:pt x="1736" y="1"/>
                  </a:moveTo>
                  <a:cubicBezTo>
                    <a:pt x="777" y="1"/>
                    <a:pt x="1" y="800"/>
                    <a:pt x="1" y="1759"/>
                  </a:cubicBezTo>
                  <a:cubicBezTo>
                    <a:pt x="1" y="2717"/>
                    <a:pt x="777" y="3516"/>
                    <a:pt x="1736" y="3516"/>
                  </a:cubicBezTo>
                  <a:cubicBezTo>
                    <a:pt x="2717" y="3516"/>
                    <a:pt x="3493" y="2717"/>
                    <a:pt x="3493" y="1759"/>
                  </a:cubicBezTo>
                  <a:cubicBezTo>
                    <a:pt x="3493" y="800"/>
                    <a:pt x="2717" y="1"/>
                    <a:pt x="1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3"/>
            <p:cNvSpPr/>
            <p:nvPr/>
          </p:nvSpPr>
          <p:spPr>
            <a:xfrm>
              <a:off x="3502700" y="25850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3"/>
            <p:cNvSpPr/>
            <p:nvPr/>
          </p:nvSpPr>
          <p:spPr>
            <a:xfrm>
              <a:off x="3526100" y="2608400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3"/>
            <p:cNvSpPr/>
            <p:nvPr/>
          </p:nvSpPr>
          <p:spPr>
            <a:xfrm>
              <a:off x="2281550" y="115615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3"/>
            <p:cNvSpPr/>
            <p:nvPr/>
          </p:nvSpPr>
          <p:spPr>
            <a:xfrm>
              <a:off x="2304950" y="1179550"/>
              <a:ext cx="87325" cy="87900"/>
            </a:xfrm>
            <a:custGeom>
              <a:rect b="b" l="l" r="r" t="t"/>
              <a:pathLst>
                <a:path extrusionOk="0" h="3516" w="3493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1577950" y="1004925"/>
              <a:ext cx="94750" cy="94750"/>
            </a:xfrm>
            <a:custGeom>
              <a:rect b="b" l="l" r="r" t="t"/>
              <a:pathLst>
                <a:path extrusionOk="0" h="3790" w="379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1595075" y="1022050"/>
              <a:ext cx="59950" cy="59950"/>
            </a:xfrm>
            <a:custGeom>
              <a:rect b="b" l="l" r="r" t="t"/>
              <a:pathLst>
                <a:path extrusionOk="0" h="2398" w="2398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3"/>
            <p:cNvSpPr/>
            <p:nvPr/>
          </p:nvSpPr>
          <p:spPr>
            <a:xfrm>
              <a:off x="2892125" y="11704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3"/>
            <p:cNvSpPr/>
            <p:nvPr/>
          </p:nvSpPr>
          <p:spPr>
            <a:xfrm>
              <a:off x="7004675" y="136615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36" y="0"/>
                    <a:pt x="0" y="959"/>
                    <a:pt x="0" y="2123"/>
                  </a:cubicBezTo>
                  <a:cubicBezTo>
                    <a:pt x="0" y="3310"/>
                    <a:pt x="936" y="4246"/>
                    <a:pt x="2123" y="4246"/>
                  </a:cubicBezTo>
                  <a:cubicBezTo>
                    <a:pt x="3287" y="4246"/>
                    <a:pt x="4246" y="3310"/>
                    <a:pt x="4246" y="2123"/>
                  </a:cubicBezTo>
                  <a:cubicBezTo>
                    <a:pt x="4246" y="959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3"/>
            <p:cNvSpPr/>
            <p:nvPr/>
          </p:nvSpPr>
          <p:spPr>
            <a:xfrm>
              <a:off x="6446600" y="227060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3"/>
            <p:cNvSpPr/>
            <p:nvPr/>
          </p:nvSpPr>
          <p:spPr>
            <a:xfrm>
              <a:off x="6258275" y="3300575"/>
              <a:ext cx="69650" cy="69650"/>
            </a:xfrm>
            <a:custGeom>
              <a:rect b="b" l="l" r="r" t="t"/>
              <a:pathLst>
                <a:path extrusionOk="0" h="2786" w="2786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3"/>
            <p:cNvSpPr/>
            <p:nvPr/>
          </p:nvSpPr>
          <p:spPr>
            <a:xfrm>
              <a:off x="4746100" y="3030675"/>
              <a:ext cx="69650" cy="69075"/>
            </a:xfrm>
            <a:custGeom>
              <a:rect b="b" l="l" r="r" t="t"/>
              <a:pathLst>
                <a:path extrusionOk="0" h="2763" w="2786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3"/>
            <p:cNvSpPr/>
            <p:nvPr/>
          </p:nvSpPr>
          <p:spPr>
            <a:xfrm>
              <a:off x="5111875" y="1378700"/>
              <a:ext cx="106175" cy="106150"/>
            </a:xfrm>
            <a:custGeom>
              <a:rect b="b" l="l" r="r" t="t"/>
              <a:pathLst>
                <a:path extrusionOk="0" h="4246" w="4247">
                  <a:moveTo>
                    <a:pt x="2124" y="0"/>
                  </a:moveTo>
                  <a:cubicBezTo>
                    <a:pt x="960" y="0"/>
                    <a:pt x="1" y="959"/>
                    <a:pt x="1" y="2123"/>
                  </a:cubicBezTo>
                  <a:cubicBezTo>
                    <a:pt x="1" y="3310"/>
                    <a:pt x="960" y="4246"/>
                    <a:pt x="2124" y="4246"/>
                  </a:cubicBezTo>
                  <a:cubicBezTo>
                    <a:pt x="3288" y="4246"/>
                    <a:pt x="4246" y="3310"/>
                    <a:pt x="4246" y="2123"/>
                  </a:cubicBezTo>
                  <a:cubicBezTo>
                    <a:pt x="4246" y="959"/>
                    <a:pt x="3288" y="0"/>
                    <a:pt x="21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3"/>
            <p:cNvSpPr/>
            <p:nvPr/>
          </p:nvSpPr>
          <p:spPr>
            <a:xfrm>
              <a:off x="5692225" y="1404950"/>
              <a:ext cx="75350" cy="74775"/>
            </a:xfrm>
            <a:custGeom>
              <a:rect b="b" l="l" r="r" t="t"/>
              <a:pathLst>
                <a:path extrusionOk="0" h="2991" w="3014">
                  <a:moveTo>
                    <a:pt x="1507" y="0"/>
                  </a:moveTo>
                  <a:cubicBezTo>
                    <a:pt x="685" y="0"/>
                    <a:pt x="0" y="662"/>
                    <a:pt x="0" y="1507"/>
                  </a:cubicBezTo>
                  <a:cubicBezTo>
                    <a:pt x="0" y="2328"/>
                    <a:pt x="685" y="2990"/>
                    <a:pt x="1507" y="2990"/>
                  </a:cubicBezTo>
                  <a:cubicBezTo>
                    <a:pt x="2328" y="2990"/>
                    <a:pt x="3013" y="2328"/>
                    <a:pt x="3013" y="1507"/>
                  </a:cubicBezTo>
                  <a:cubicBezTo>
                    <a:pt x="3013" y="662"/>
                    <a:pt x="2328" y="0"/>
                    <a:pt x="1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3"/>
            <p:cNvSpPr/>
            <p:nvPr/>
          </p:nvSpPr>
          <p:spPr>
            <a:xfrm>
              <a:off x="5821750" y="1469425"/>
              <a:ext cx="79350" cy="79350"/>
            </a:xfrm>
            <a:custGeom>
              <a:rect b="b" l="l" r="r" t="t"/>
              <a:pathLst>
                <a:path extrusionOk="0" h="3174" w="3174">
                  <a:moveTo>
                    <a:pt x="1598" y="1"/>
                  </a:moveTo>
                  <a:cubicBezTo>
                    <a:pt x="708" y="1"/>
                    <a:pt x="1" y="708"/>
                    <a:pt x="1" y="1575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75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3"/>
            <p:cNvSpPr/>
            <p:nvPr/>
          </p:nvSpPr>
          <p:spPr>
            <a:xfrm>
              <a:off x="3572900" y="2384150"/>
              <a:ext cx="139825" cy="139250"/>
            </a:xfrm>
            <a:custGeom>
              <a:rect b="b" l="l" r="r" t="t"/>
              <a:pathLst>
                <a:path extrusionOk="0" h="5570" w="5593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3"/>
            <p:cNvSpPr/>
            <p:nvPr/>
          </p:nvSpPr>
          <p:spPr>
            <a:xfrm>
              <a:off x="5419450" y="2995300"/>
              <a:ext cx="139825" cy="139825"/>
            </a:xfrm>
            <a:custGeom>
              <a:rect b="b" l="l" r="r" t="t"/>
              <a:pathLst>
                <a:path extrusionOk="0" h="5593" w="5593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3"/>
            <p:cNvSpPr/>
            <p:nvPr/>
          </p:nvSpPr>
          <p:spPr>
            <a:xfrm>
              <a:off x="3311550" y="1787275"/>
              <a:ext cx="65075" cy="65075"/>
            </a:xfrm>
            <a:custGeom>
              <a:rect b="b" l="l" r="r" t="t"/>
              <a:pathLst>
                <a:path extrusionOk="0" h="2603" w="2603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3"/>
            <p:cNvSpPr/>
            <p:nvPr/>
          </p:nvSpPr>
          <p:spPr>
            <a:xfrm>
              <a:off x="3501550" y="1519075"/>
              <a:ext cx="143825" cy="144400"/>
            </a:xfrm>
            <a:custGeom>
              <a:rect b="b" l="l" r="r" t="t"/>
              <a:pathLst>
                <a:path extrusionOk="0" h="5776" w="5753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3"/>
            <p:cNvSpPr/>
            <p:nvPr/>
          </p:nvSpPr>
          <p:spPr>
            <a:xfrm>
              <a:off x="3526675" y="1544750"/>
              <a:ext cx="93600" cy="93050"/>
            </a:xfrm>
            <a:custGeom>
              <a:rect b="b" l="l" r="r" t="t"/>
              <a:pathLst>
                <a:path extrusionOk="0" h="3722" w="3744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3"/>
            <p:cNvSpPr/>
            <p:nvPr/>
          </p:nvSpPr>
          <p:spPr>
            <a:xfrm>
              <a:off x="1930050" y="1563575"/>
              <a:ext cx="106150" cy="106175"/>
            </a:xfrm>
            <a:custGeom>
              <a:rect b="b" l="l" r="r" t="t"/>
              <a:pathLst>
                <a:path extrusionOk="0" h="4247" w="4246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3"/>
            <p:cNvSpPr/>
            <p:nvPr/>
          </p:nvSpPr>
          <p:spPr>
            <a:xfrm>
              <a:off x="1621325" y="1563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3"/>
            <p:cNvSpPr/>
            <p:nvPr/>
          </p:nvSpPr>
          <p:spPr>
            <a:xfrm>
              <a:off x="944550" y="1765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3"/>
            <p:cNvSpPr/>
            <p:nvPr/>
          </p:nvSpPr>
          <p:spPr>
            <a:xfrm>
              <a:off x="496050" y="13239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3"/>
            <p:cNvSpPr/>
            <p:nvPr/>
          </p:nvSpPr>
          <p:spPr>
            <a:xfrm>
              <a:off x="3168300" y="1186975"/>
              <a:ext cx="72500" cy="73050"/>
            </a:xfrm>
            <a:custGeom>
              <a:rect b="b" l="l" r="r" t="t"/>
              <a:pathLst>
                <a:path extrusionOk="0" h="2922" w="290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3"/>
            <p:cNvSpPr/>
            <p:nvPr/>
          </p:nvSpPr>
          <p:spPr>
            <a:xfrm>
              <a:off x="1238425" y="1362725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3"/>
            <p:cNvSpPr/>
            <p:nvPr/>
          </p:nvSpPr>
          <p:spPr>
            <a:xfrm>
              <a:off x="2281550" y="832600"/>
              <a:ext cx="2995850" cy="9725"/>
            </a:xfrm>
            <a:custGeom>
              <a:rect b="b" l="l" r="r" t="t"/>
              <a:pathLst>
                <a:path extrusionOk="0" h="389" w="119834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3"/>
            <p:cNvSpPr/>
            <p:nvPr/>
          </p:nvSpPr>
          <p:spPr>
            <a:xfrm>
              <a:off x="2222775" y="800650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3"/>
            <p:cNvSpPr/>
            <p:nvPr/>
          </p:nvSpPr>
          <p:spPr>
            <a:xfrm>
              <a:off x="5235725" y="800650"/>
              <a:ext cx="73050" cy="73050"/>
            </a:xfrm>
            <a:custGeom>
              <a:rect b="b" l="l" r="r" t="t"/>
              <a:pathLst>
                <a:path extrusionOk="0" h="2922" w="2922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3"/>
            <p:cNvSpPr/>
            <p:nvPr/>
          </p:nvSpPr>
          <p:spPr>
            <a:xfrm>
              <a:off x="5732175" y="319450"/>
              <a:ext cx="1118450" cy="1117475"/>
            </a:xfrm>
            <a:custGeom>
              <a:rect b="b" l="l" r="r" t="t"/>
              <a:pathLst>
                <a:path extrusionOk="0" h="44699" w="44738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3"/>
            <p:cNvSpPr/>
            <p:nvPr/>
          </p:nvSpPr>
          <p:spPr>
            <a:xfrm>
              <a:off x="5870250" y="381100"/>
              <a:ext cx="1118475" cy="1117450"/>
            </a:xfrm>
            <a:custGeom>
              <a:rect b="b" l="l" r="r" t="t"/>
              <a:pathLst>
                <a:path extrusionOk="0" h="44698" w="44739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3"/>
            <p:cNvSpPr/>
            <p:nvPr/>
          </p:nvSpPr>
          <p:spPr>
            <a:xfrm>
              <a:off x="4775775" y="1974875"/>
              <a:ext cx="2300825" cy="706600"/>
            </a:xfrm>
            <a:custGeom>
              <a:rect b="b" l="l" r="r" t="t"/>
              <a:pathLst>
                <a:path extrusionOk="0" h="28264" w="92033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3518100" y="2023500"/>
              <a:ext cx="149550" cy="93050"/>
            </a:xfrm>
            <a:custGeom>
              <a:rect b="b" l="l" r="r" t="t"/>
              <a:pathLst>
                <a:path extrusionOk="0" h="3722" w="5982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36305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37423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3"/>
            <p:cNvSpPr/>
            <p:nvPr/>
          </p:nvSpPr>
          <p:spPr>
            <a:xfrm>
              <a:off x="38547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3"/>
            <p:cNvSpPr/>
            <p:nvPr/>
          </p:nvSpPr>
          <p:spPr>
            <a:xfrm>
              <a:off x="39666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3"/>
            <p:cNvSpPr/>
            <p:nvPr/>
          </p:nvSpPr>
          <p:spPr>
            <a:xfrm>
              <a:off x="40784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3"/>
            <p:cNvSpPr/>
            <p:nvPr/>
          </p:nvSpPr>
          <p:spPr>
            <a:xfrm>
              <a:off x="41908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3"/>
            <p:cNvSpPr/>
            <p:nvPr/>
          </p:nvSpPr>
          <p:spPr>
            <a:xfrm>
              <a:off x="430272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3"/>
            <p:cNvSpPr/>
            <p:nvPr/>
          </p:nvSpPr>
          <p:spPr>
            <a:xfrm>
              <a:off x="27180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3"/>
            <p:cNvSpPr/>
            <p:nvPr/>
          </p:nvSpPr>
          <p:spPr>
            <a:xfrm>
              <a:off x="29258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3"/>
            <p:cNvSpPr/>
            <p:nvPr/>
          </p:nvSpPr>
          <p:spPr>
            <a:xfrm>
              <a:off x="3133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3"/>
            <p:cNvSpPr/>
            <p:nvPr/>
          </p:nvSpPr>
          <p:spPr>
            <a:xfrm>
              <a:off x="33417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3"/>
            <p:cNvSpPr/>
            <p:nvPr/>
          </p:nvSpPr>
          <p:spPr>
            <a:xfrm>
              <a:off x="3549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3"/>
            <p:cNvSpPr/>
            <p:nvPr/>
          </p:nvSpPr>
          <p:spPr>
            <a:xfrm>
              <a:off x="37572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3"/>
            <p:cNvSpPr/>
            <p:nvPr/>
          </p:nvSpPr>
          <p:spPr>
            <a:xfrm>
              <a:off x="61139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3"/>
            <p:cNvSpPr/>
            <p:nvPr/>
          </p:nvSpPr>
          <p:spPr>
            <a:xfrm>
              <a:off x="5906200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3"/>
            <p:cNvSpPr/>
            <p:nvPr/>
          </p:nvSpPr>
          <p:spPr>
            <a:xfrm>
              <a:off x="5698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3"/>
            <p:cNvSpPr/>
            <p:nvPr/>
          </p:nvSpPr>
          <p:spPr>
            <a:xfrm>
              <a:off x="54902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3"/>
            <p:cNvSpPr/>
            <p:nvPr/>
          </p:nvSpPr>
          <p:spPr>
            <a:xfrm>
              <a:off x="5282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3"/>
            <p:cNvSpPr/>
            <p:nvPr/>
          </p:nvSpPr>
          <p:spPr>
            <a:xfrm>
              <a:off x="5074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3"/>
            <p:cNvSpPr/>
            <p:nvPr/>
          </p:nvSpPr>
          <p:spPr>
            <a:xfrm>
              <a:off x="4867075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3"/>
            <p:cNvSpPr/>
            <p:nvPr/>
          </p:nvSpPr>
          <p:spPr>
            <a:xfrm>
              <a:off x="4658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3"/>
            <p:cNvSpPr/>
            <p:nvPr/>
          </p:nvSpPr>
          <p:spPr>
            <a:xfrm>
              <a:off x="48534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3"/>
            <p:cNvSpPr/>
            <p:nvPr/>
          </p:nvSpPr>
          <p:spPr>
            <a:xfrm>
              <a:off x="49407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3"/>
            <p:cNvSpPr/>
            <p:nvPr/>
          </p:nvSpPr>
          <p:spPr>
            <a:xfrm>
              <a:off x="50280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3"/>
            <p:cNvSpPr/>
            <p:nvPr/>
          </p:nvSpPr>
          <p:spPr>
            <a:xfrm>
              <a:off x="51153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3"/>
            <p:cNvSpPr/>
            <p:nvPr/>
          </p:nvSpPr>
          <p:spPr>
            <a:xfrm>
              <a:off x="52026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3"/>
            <p:cNvSpPr/>
            <p:nvPr/>
          </p:nvSpPr>
          <p:spPr>
            <a:xfrm>
              <a:off x="52899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3"/>
            <p:cNvSpPr/>
            <p:nvPr/>
          </p:nvSpPr>
          <p:spPr>
            <a:xfrm>
              <a:off x="53772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3"/>
            <p:cNvSpPr/>
            <p:nvPr/>
          </p:nvSpPr>
          <p:spPr>
            <a:xfrm>
              <a:off x="54651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3"/>
            <p:cNvSpPr/>
            <p:nvPr/>
          </p:nvSpPr>
          <p:spPr>
            <a:xfrm>
              <a:off x="5552425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3"/>
            <p:cNvSpPr/>
            <p:nvPr/>
          </p:nvSpPr>
          <p:spPr>
            <a:xfrm>
              <a:off x="56397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3"/>
            <p:cNvSpPr/>
            <p:nvPr/>
          </p:nvSpPr>
          <p:spPr>
            <a:xfrm>
              <a:off x="57270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" name="Google Shape;324;p23"/>
          <p:cNvGrpSpPr/>
          <p:nvPr/>
        </p:nvGrpSpPr>
        <p:grpSpPr>
          <a:xfrm>
            <a:off x="8757750" y="2728975"/>
            <a:ext cx="1552150" cy="3475150"/>
            <a:chOff x="327125" y="2375600"/>
            <a:chExt cx="1552150" cy="3475150"/>
          </a:xfrm>
        </p:grpSpPr>
        <p:sp>
          <p:nvSpPr>
            <p:cNvPr id="325" name="Google Shape;325;p23"/>
            <p:cNvSpPr/>
            <p:nvPr/>
          </p:nvSpPr>
          <p:spPr>
            <a:xfrm>
              <a:off x="531425" y="2394425"/>
              <a:ext cx="115850" cy="3456325"/>
            </a:xfrm>
            <a:custGeom>
              <a:rect b="b" l="l" r="r" t="t"/>
              <a:pathLst>
                <a:path extrusionOk="0" fill="none" h="138253" w="4634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3"/>
            <p:cNvSpPr/>
            <p:nvPr/>
          </p:nvSpPr>
          <p:spPr>
            <a:xfrm>
              <a:off x="627275" y="2375600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3"/>
            <p:cNvSpPr/>
            <p:nvPr/>
          </p:nvSpPr>
          <p:spPr>
            <a:xfrm>
              <a:off x="347100" y="2923975"/>
              <a:ext cx="112450" cy="2344175"/>
            </a:xfrm>
            <a:custGeom>
              <a:rect b="b" l="l" r="r" t="t"/>
              <a:pathLst>
                <a:path extrusionOk="0" fill="none" h="93767" w="4498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3"/>
            <p:cNvSpPr/>
            <p:nvPr/>
          </p:nvSpPr>
          <p:spPr>
            <a:xfrm>
              <a:off x="327125" y="290457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3"/>
            <p:cNvSpPr/>
            <p:nvPr/>
          </p:nvSpPr>
          <p:spPr>
            <a:xfrm>
              <a:off x="347100" y="2676875"/>
              <a:ext cx="192900" cy="374375"/>
            </a:xfrm>
            <a:custGeom>
              <a:rect b="b" l="l" r="r" t="t"/>
              <a:pathLst>
                <a:path extrusionOk="0" fill="none" h="14975" w="7716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3"/>
            <p:cNvSpPr/>
            <p:nvPr/>
          </p:nvSpPr>
          <p:spPr>
            <a:xfrm>
              <a:off x="520000" y="26580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347100" y="4357400"/>
              <a:ext cx="25" cy="971225"/>
            </a:xfrm>
            <a:custGeom>
              <a:rect b="b" l="l" r="r" t="t"/>
              <a:pathLst>
                <a:path extrusionOk="0" fill="none" h="38849" w="1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327125" y="43385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3"/>
            <p:cNvSpPr/>
            <p:nvPr/>
          </p:nvSpPr>
          <p:spPr>
            <a:xfrm>
              <a:off x="690625" y="3227550"/>
              <a:ext cx="172925" cy="2083400"/>
            </a:xfrm>
            <a:custGeom>
              <a:rect b="b" l="l" r="r" t="t"/>
              <a:pathLst>
                <a:path extrusionOk="0" fill="none" h="83336" w="6917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3"/>
            <p:cNvSpPr/>
            <p:nvPr/>
          </p:nvSpPr>
          <p:spPr>
            <a:xfrm>
              <a:off x="794475" y="320870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3"/>
            <p:cNvSpPr/>
            <p:nvPr/>
          </p:nvSpPr>
          <p:spPr>
            <a:xfrm>
              <a:off x="776800" y="3899750"/>
              <a:ext cx="25" cy="1084800"/>
            </a:xfrm>
            <a:custGeom>
              <a:rect b="b" l="l" r="r" t="t"/>
              <a:pathLst>
                <a:path extrusionOk="0" fill="none" h="43392" w="1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3"/>
            <p:cNvSpPr/>
            <p:nvPr/>
          </p:nvSpPr>
          <p:spPr>
            <a:xfrm>
              <a:off x="756825" y="4963400"/>
              <a:ext cx="40525" cy="39975"/>
            </a:xfrm>
            <a:custGeom>
              <a:rect b="b" l="l" r="r" t="t"/>
              <a:pathLst>
                <a:path extrusionOk="0" h="1599" w="1621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3"/>
            <p:cNvSpPr/>
            <p:nvPr/>
          </p:nvSpPr>
          <p:spPr>
            <a:xfrm>
              <a:off x="756825" y="3880925"/>
              <a:ext cx="40525" cy="39950"/>
            </a:xfrm>
            <a:custGeom>
              <a:rect b="b" l="l" r="r" t="t"/>
              <a:pathLst>
                <a:path extrusionOk="0" h="1598" w="1621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3"/>
            <p:cNvSpPr/>
            <p:nvPr/>
          </p:nvSpPr>
          <p:spPr>
            <a:xfrm>
              <a:off x="861250" y="3692600"/>
              <a:ext cx="445675" cy="1618350"/>
            </a:xfrm>
            <a:custGeom>
              <a:rect b="b" l="l" r="r" t="t"/>
              <a:pathLst>
                <a:path extrusionOk="0" fill="none" h="64734" w="17827">
                  <a:moveTo>
                    <a:pt x="17827" y="64733"/>
                  </a:moveTo>
                  <a:lnTo>
                    <a:pt x="4314" y="51221"/>
                  </a:lnTo>
                  <a:lnTo>
                    <a:pt x="4314" y="28258"/>
                  </a:lnTo>
                  <a:lnTo>
                    <a:pt x="0" y="23944"/>
                  </a:ln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3"/>
            <p:cNvSpPr/>
            <p:nvPr/>
          </p:nvSpPr>
          <p:spPr>
            <a:xfrm>
              <a:off x="841275" y="3673200"/>
              <a:ext cx="39975" cy="40550"/>
            </a:xfrm>
            <a:custGeom>
              <a:rect b="b" l="l" r="r" t="t"/>
              <a:pathLst>
                <a:path extrusionOk="0" h="1622" w="1599">
                  <a:moveTo>
                    <a:pt x="799" y="1"/>
                  </a:moveTo>
                  <a:cubicBezTo>
                    <a:pt x="343" y="1"/>
                    <a:pt x="0" y="366"/>
                    <a:pt x="0" y="800"/>
                  </a:cubicBezTo>
                  <a:cubicBezTo>
                    <a:pt x="0" y="1256"/>
                    <a:pt x="343" y="1621"/>
                    <a:pt x="799" y="1621"/>
                  </a:cubicBezTo>
                  <a:cubicBezTo>
                    <a:pt x="1233" y="1621"/>
                    <a:pt x="1598" y="1256"/>
                    <a:pt x="1598" y="800"/>
                  </a:cubicBezTo>
                  <a:cubicBezTo>
                    <a:pt x="1598" y="366"/>
                    <a:pt x="1233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3"/>
            <p:cNvSpPr/>
            <p:nvPr/>
          </p:nvSpPr>
          <p:spPr>
            <a:xfrm>
              <a:off x="969100" y="4182200"/>
              <a:ext cx="174625" cy="556975"/>
            </a:xfrm>
            <a:custGeom>
              <a:rect b="b" l="l" r="r" t="t"/>
              <a:pathLst>
                <a:path extrusionOk="0" fill="none" h="22279" w="6985">
                  <a:moveTo>
                    <a:pt x="0" y="22278"/>
                  </a:moveTo>
                  <a:lnTo>
                    <a:pt x="6985" y="15294"/>
                  </a:lnTo>
                  <a:lnTo>
                    <a:pt x="6985" y="1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3"/>
            <p:cNvSpPr/>
            <p:nvPr/>
          </p:nvSpPr>
          <p:spPr>
            <a:xfrm>
              <a:off x="1123725" y="4163375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43" y="1"/>
                    <a:pt x="1" y="343"/>
                    <a:pt x="1" y="799"/>
                  </a:cubicBezTo>
                  <a:cubicBezTo>
                    <a:pt x="1" y="1233"/>
                    <a:pt x="343" y="1598"/>
                    <a:pt x="800" y="1598"/>
                  </a:cubicBezTo>
                  <a:cubicBezTo>
                    <a:pt x="1233" y="1598"/>
                    <a:pt x="1599" y="1233"/>
                    <a:pt x="1599" y="799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3"/>
            <p:cNvSpPr/>
            <p:nvPr/>
          </p:nvSpPr>
          <p:spPr>
            <a:xfrm>
              <a:off x="1393075" y="4882950"/>
              <a:ext cx="25" cy="428000"/>
            </a:xfrm>
            <a:custGeom>
              <a:rect b="b" l="l" r="r" t="t"/>
              <a:pathLst>
                <a:path extrusionOk="0" fill="none" h="17120" w="1">
                  <a:moveTo>
                    <a:pt x="0" y="17119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3"/>
            <p:cNvSpPr/>
            <p:nvPr/>
          </p:nvSpPr>
          <p:spPr>
            <a:xfrm>
              <a:off x="1373100" y="486412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799" y="0"/>
                  </a:moveTo>
                  <a:cubicBezTo>
                    <a:pt x="343" y="0"/>
                    <a:pt x="1" y="365"/>
                    <a:pt x="1" y="799"/>
                  </a:cubicBezTo>
                  <a:cubicBezTo>
                    <a:pt x="1" y="1233"/>
                    <a:pt x="343" y="1598"/>
                    <a:pt x="799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5"/>
                    <a:pt x="1233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>
              <a:off x="1714900" y="4922900"/>
              <a:ext cx="164375" cy="388050"/>
            </a:xfrm>
            <a:custGeom>
              <a:rect b="b" l="l" r="r" t="t"/>
              <a:pathLst>
                <a:path extrusionOk="0" fill="none" h="15522" w="6575">
                  <a:moveTo>
                    <a:pt x="6575" y="15521"/>
                  </a:moveTo>
                  <a:lnTo>
                    <a:pt x="6575" y="6574"/>
                  </a:ln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3"/>
            <p:cNvSpPr/>
            <p:nvPr/>
          </p:nvSpPr>
          <p:spPr>
            <a:xfrm>
              <a:off x="1693800" y="4903475"/>
              <a:ext cx="43950" cy="40275"/>
            </a:xfrm>
            <a:custGeom>
              <a:rect b="b" l="l" r="r" t="t"/>
              <a:pathLst>
                <a:path extrusionOk="0" h="1611" w="1758">
                  <a:moveTo>
                    <a:pt x="868" y="1"/>
                  </a:moveTo>
                  <a:cubicBezTo>
                    <a:pt x="662" y="1"/>
                    <a:pt x="457" y="92"/>
                    <a:pt x="297" y="252"/>
                  </a:cubicBezTo>
                  <a:cubicBezTo>
                    <a:pt x="0" y="549"/>
                    <a:pt x="0" y="1074"/>
                    <a:pt x="297" y="1370"/>
                  </a:cubicBezTo>
                  <a:cubicBezTo>
                    <a:pt x="457" y="1530"/>
                    <a:pt x="662" y="1610"/>
                    <a:pt x="868" y="1610"/>
                  </a:cubicBezTo>
                  <a:cubicBezTo>
                    <a:pt x="1073" y="1610"/>
                    <a:pt x="1279" y="1530"/>
                    <a:pt x="1438" y="1370"/>
                  </a:cubicBezTo>
                  <a:cubicBezTo>
                    <a:pt x="1758" y="1074"/>
                    <a:pt x="1758" y="549"/>
                    <a:pt x="1438" y="252"/>
                  </a:cubicBezTo>
                  <a:cubicBezTo>
                    <a:pt x="1279" y="92"/>
                    <a:pt x="1073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6" name="Google Shape;346;p23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7" name="Google Shape;347;p23"/>
          <p:cNvSpPr txBox="1"/>
          <p:nvPr>
            <p:ph idx="1" type="subTitle"/>
          </p:nvPr>
        </p:nvSpPr>
        <p:spPr>
          <a:xfrm>
            <a:off x="1216375" y="3517675"/>
            <a:ext cx="26937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8" name="Google Shape;348;p23"/>
          <p:cNvSpPr txBox="1"/>
          <p:nvPr>
            <p:ph idx="2" type="subTitle"/>
          </p:nvPr>
        </p:nvSpPr>
        <p:spPr>
          <a:xfrm>
            <a:off x="5234100" y="3517675"/>
            <a:ext cx="26937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9" name="Google Shape;349;p23"/>
          <p:cNvSpPr txBox="1"/>
          <p:nvPr>
            <p:ph idx="3" type="title"/>
          </p:nvPr>
        </p:nvSpPr>
        <p:spPr>
          <a:xfrm>
            <a:off x="1216350" y="2984775"/>
            <a:ext cx="26937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0" name="Google Shape;350;p23"/>
          <p:cNvSpPr txBox="1"/>
          <p:nvPr>
            <p:ph idx="4" type="title"/>
          </p:nvPr>
        </p:nvSpPr>
        <p:spPr>
          <a:xfrm>
            <a:off x="5234100" y="2984775"/>
            <a:ext cx="26937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352;p24"/>
          <p:cNvGrpSpPr/>
          <p:nvPr/>
        </p:nvGrpSpPr>
        <p:grpSpPr>
          <a:xfrm rot="5400000">
            <a:off x="4458750" y="327550"/>
            <a:ext cx="40525" cy="1103625"/>
            <a:chOff x="4289175" y="3929550"/>
            <a:chExt cx="40525" cy="1103625"/>
          </a:xfrm>
        </p:grpSpPr>
        <p:sp>
          <p:nvSpPr>
            <p:cNvPr id="353" name="Google Shape;353;p24"/>
            <p:cNvSpPr/>
            <p:nvPr/>
          </p:nvSpPr>
          <p:spPr>
            <a:xfrm>
              <a:off x="4309150" y="3948375"/>
              <a:ext cx="25" cy="1084800"/>
            </a:xfrm>
            <a:custGeom>
              <a:rect b="b" l="l" r="r" t="t"/>
              <a:pathLst>
                <a:path extrusionOk="0" fill="none" h="43392" w="1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24"/>
            <p:cNvSpPr/>
            <p:nvPr/>
          </p:nvSpPr>
          <p:spPr>
            <a:xfrm>
              <a:off x="4289175" y="3929550"/>
              <a:ext cx="40525" cy="39950"/>
            </a:xfrm>
            <a:custGeom>
              <a:rect b="b" l="l" r="r" t="t"/>
              <a:pathLst>
                <a:path extrusionOk="0" h="1598" w="1621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5" name="Google Shape;355;p24"/>
          <p:cNvSpPr txBox="1"/>
          <p:nvPr>
            <p:ph type="title"/>
          </p:nvPr>
        </p:nvSpPr>
        <p:spPr>
          <a:xfrm>
            <a:off x="4914300" y="1600200"/>
            <a:ext cx="35097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6" name="Google Shape;356;p24"/>
          <p:cNvSpPr txBox="1"/>
          <p:nvPr>
            <p:ph idx="1" type="subTitle"/>
          </p:nvPr>
        </p:nvSpPr>
        <p:spPr>
          <a:xfrm>
            <a:off x="4914175" y="2571750"/>
            <a:ext cx="3509700" cy="14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357" name="Google Shape;357;p24"/>
          <p:cNvGrpSpPr/>
          <p:nvPr/>
        </p:nvGrpSpPr>
        <p:grpSpPr>
          <a:xfrm>
            <a:off x="1032650" y="1735501"/>
            <a:ext cx="2458221" cy="2138575"/>
            <a:chOff x="1032650" y="1735501"/>
            <a:chExt cx="2458221" cy="2138575"/>
          </a:xfrm>
        </p:grpSpPr>
        <p:sp>
          <p:nvSpPr>
            <p:cNvPr id="358" name="Google Shape;358;p24"/>
            <p:cNvSpPr/>
            <p:nvPr/>
          </p:nvSpPr>
          <p:spPr>
            <a:xfrm>
              <a:off x="1487148" y="1877758"/>
              <a:ext cx="1854040" cy="1854040"/>
            </a:xfrm>
            <a:custGeom>
              <a:rect b="b" l="l" r="r" t="t"/>
              <a:pathLst>
                <a:path extrusionOk="0" fill="none" h="4813" w="4813">
                  <a:moveTo>
                    <a:pt x="0" y="0"/>
                  </a:moveTo>
                  <a:lnTo>
                    <a:pt x="4812" y="0"/>
                  </a:lnTo>
                  <a:lnTo>
                    <a:pt x="4812" y="4812"/>
                  </a:lnTo>
                  <a:lnTo>
                    <a:pt x="0" y="4812"/>
                  </a:lnTo>
                  <a:close/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24"/>
            <p:cNvSpPr/>
            <p:nvPr/>
          </p:nvSpPr>
          <p:spPr>
            <a:xfrm>
              <a:off x="1344890" y="1735501"/>
              <a:ext cx="2145981" cy="2138575"/>
            </a:xfrm>
            <a:custGeom>
              <a:rect b="b" l="l" r="r" t="t"/>
              <a:pathLst>
                <a:path extrusionOk="0" fill="none" h="7219" w="7244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24"/>
            <p:cNvSpPr/>
            <p:nvPr/>
          </p:nvSpPr>
          <p:spPr>
            <a:xfrm>
              <a:off x="1114412" y="3017876"/>
              <a:ext cx="230477" cy="296"/>
            </a:xfrm>
            <a:custGeom>
              <a:rect b="b" l="l" r="r" t="t"/>
              <a:pathLst>
                <a:path extrusionOk="0" fill="none" h="1" w="778">
                  <a:moveTo>
                    <a:pt x="778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24"/>
            <p:cNvSpPr/>
            <p:nvPr/>
          </p:nvSpPr>
          <p:spPr>
            <a:xfrm>
              <a:off x="1144037" y="2439021"/>
              <a:ext cx="200852" cy="296"/>
            </a:xfrm>
            <a:custGeom>
              <a:rect b="b" l="l" r="r" t="t"/>
              <a:pathLst>
                <a:path extrusionOk="0" fill="none" h="1" w="678">
                  <a:moveTo>
                    <a:pt x="67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24"/>
            <p:cNvSpPr/>
            <p:nvPr/>
          </p:nvSpPr>
          <p:spPr>
            <a:xfrm>
              <a:off x="1032650" y="2025910"/>
              <a:ext cx="312240" cy="296"/>
            </a:xfrm>
            <a:custGeom>
              <a:rect b="b" l="l" r="r" t="t"/>
              <a:pathLst>
                <a:path extrusionOk="0" fill="none" h="1" w="1054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3" name="Google Shape;363;p24"/>
          <p:cNvGrpSpPr/>
          <p:nvPr/>
        </p:nvGrpSpPr>
        <p:grpSpPr>
          <a:xfrm>
            <a:off x="-1358124" y="2786225"/>
            <a:ext cx="2627875" cy="269025"/>
            <a:chOff x="-1358124" y="2589925"/>
            <a:chExt cx="2627875" cy="269025"/>
          </a:xfrm>
        </p:grpSpPr>
        <p:sp>
          <p:nvSpPr>
            <p:cNvPr id="364" name="Google Shape;364;p24"/>
            <p:cNvSpPr/>
            <p:nvPr/>
          </p:nvSpPr>
          <p:spPr>
            <a:xfrm rot="5400000">
              <a:off x="-242262" y="1512438"/>
              <a:ext cx="112450" cy="2344175"/>
            </a:xfrm>
            <a:custGeom>
              <a:rect b="b" l="l" r="r" t="t"/>
              <a:pathLst>
                <a:path extrusionOk="0" fill="none" h="93767" w="4498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noFill/>
            <a:ln cap="flat" cmpd="sng" w="13125">
              <a:solidFill>
                <a:schemeClr val="dk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rot="5400000">
              <a:off x="949513" y="2537563"/>
              <a:ext cx="192900" cy="374375"/>
            </a:xfrm>
            <a:custGeom>
              <a:rect b="b" l="l" r="r" t="t"/>
              <a:pathLst>
                <a:path extrusionOk="0" fill="none" h="14975" w="7716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4"/>
            <p:cNvSpPr/>
            <p:nvPr/>
          </p:nvSpPr>
          <p:spPr>
            <a:xfrm rot="5400000">
              <a:off x="1194225" y="2783425"/>
              <a:ext cx="75525" cy="7552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4"/>
            <p:cNvSpPr/>
            <p:nvPr/>
          </p:nvSpPr>
          <p:spPr>
            <a:xfrm rot="5400000">
              <a:off x="947950" y="2589925"/>
              <a:ext cx="75525" cy="7552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8" name="Google Shape;368;p24"/>
          <p:cNvGrpSpPr/>
          <p:nvPr/>
        </p:nvGrpSpPr>
        <p:grpSpPr>
          <a:xfrm>
            <a:off x="913632" y="-758409"/>
            <a:ext cx="10779800" cy="2852928"/>
            <a:chOff x="913631" y="-758409"/>
            <a:chExt cx="10779800" cy="2852928"/>
          </a:xfrm>
        </p:grpSpPr>
        <p:sp>
          <p:nvSpPr>
            <p:cNvPr id="369" name="Google Shape;369;p24"/>
            <p:cNvSpPr/>
            <p:nvPr/>
          </p:nvSpPr>
          <p:spPr>
            <a:xfrm>
              <a:off x="6227221" y="-646632"/>
              <a:ext cx="5466211" cy="1127132"/>
            </a:xfrm>
            <a:custGeom>
              <a:rect b="b" l="l" r="r" t="t"/>
              <a:pathLst>
                <a:path extrusionOk="0" h="44419" w="206136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4"/>
            <p:cNvSpPr/>
            <p:nvPr/>
          </p:nvSpPr>
          <p:spPr>
            <a:xfrm>
              <a:off x="5068827" y="-472864"/>
              <a:ext cx="6393739" cy="1984325"/>
            </a:xfrm>
            <a:custGeom>
              <a:rect b="b" l="l" r="r" t="t"/>
              <a:pathLst>
                <a:path extrusionOk="0" h="78200" w="25197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4"/>
            <p:cNvSpPr/>
            <p:nvPr/>
          </p:nvSpPr>
          <p:spPr>
            <a:xfrm>
              <a:off x="5440673" y="120784"/>
              <a:ext cx="6252400" cy="1112085"/>
            </a:xfrm>
            <a:custGeom>
              <a:rect b="b" l="l" r="r" t="t"/>
              <a:pathLst>
                <a:path extrusionOk="0" h="43826" w="24640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4"/>
            <p:cNvSpPr/>
            <p:nvPr/>
          </p:nvSpPr>
          <p:spPr>
            <a:xfrm>
              <a:off x="4735806" y="252861"/>
              <a:ext cx="6722117" cy="1533132"/>
            </a:xfrm>
            <a:custGeom>
              <a:rect b="b" l="l" r="r" t="t"/>
              <a:pathLst>
                <a:path extrusionOk="0" h="60419" w="264911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4"/>
            <p:cNvSpPr/>
            <p:nvPr/>
          </p:nvSpPr>
          <p:spPr>
            <a:xfrm>
              <a:off x="3886708" y="343196"/>
              <a:ext cx="3461835" cy="538686"/>
            </a:xfrm>
            <a:custGeom>
              <a:rect b="b" l="l" r="r" t="t"/>
              <a:pathLst>
                <a:path extrusionOk="0" h="21229" w="136427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4"/>
            <p:cNvSpPr/>
            <p:nvPr/>
          </p:nvSpPr>
          <p:spPr>
            <a:xfrm>
              <a:off x="3809085" y="-758409"/>
              <a:ext cx="1679673" cy="520720"/>
            </a:xfrm>
            <a:custGeom>
              <a:rect b="b" l="l" r="r" t="t"/>
              <a:pathLst>
                <a:path extrusionOk="0" h="20521" w="66194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4"/>
            <p:cNvSpPr/>
            <p:nvPr/>
          </p:nvSpPr>
          <p:spPr>
            <a:xfrm>
              <a:off x="3809085" y="-490830"/>
              <a:ext cx="993913" cy="45875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4"/>
            <p:cNvSpPr/>
            <p:nvPr/>
          </p:nvSpPr>
          <p:spPr>
            <a:xfrm>
              <a:off x="9826894" y="1712989"/>
              <a:ext cx="136721" cy="136721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4"/>
            <p:cNvSpPr/>
            <p:nvPr/>
          </p:nvSpPr>
          <p:spPr>
            <a:xfrm>
              <a:off x="9850645" y="1736740"/>
              <a:ext cx="89218" cy="8863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4"/>
            <p:cNvSpPr/>
            <p:nvPr/>
          </p:nvSpPr>
          <p:spPr>
            <a:xfrm>
              <a:off x="8592628" y="81402"/>
              <a:ext cx="89218" cy="89219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4"/>
            <p:cNvSpPr/>
            <p:nvPr/>
          </p:nvSpPr>
          <p:spPr>
            <a:xfrm>
              <a:off x="10934893" y="789187"/>
              <a:ext cx="89218" cy="8863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4"/>
            <p:cNvSpPr/>
            <p:nvPr/>
          </p:nvSpPr>
          <p:spPr>
            <a:xfrm>
              <a:off x="7339839" y="740517"/>
              <a:ext cx="136721" cy="136721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4"/>
            <p:cNvSpPr/>
            <p:nvPr/>
          </p:nvSpPr>
          <p:spPr>
            <a:xfrm>
              <a:off x="7363590" y="764268"/>
              <a:ext cx="89218" cy="89219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4"/>
            <p:cNvSpPr/>
            <p:nvPr/>
          </p:nvSpPr>
          <p:spPr>
            <a:xfrm>
              <a:off x="6100372" y="-709765"/>
              <a:ext cx="136721" cy="136721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4"/>
            <p:cNvSpPr/>
            <p:nvPr/>
          </p:nvSpPr>
          <p:spPr>
            <a:xfrm>
              <a:off x="6124123" y="-686014"/>
              <a:ext cx="88635" cy="89219"/>
            </a:xfrm>
            <a:custGeom>
              <a:rect b="b" l="l" r="r" t="t"/>
              <a:pathLst>
                <a:path extrusionOk="0" h="3516" w="3493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4"/>
            <p:cNvSpPr/>
            <p:nvPr/>
          </p:nvSpPr>
          <p:spPr>
            <a:xfrm>
              <a:off x="6720105" y="-695276"/>
              <a:ext cx="107742" cy="107742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4"/>
            <p:cNvSpPr/>
            <p:nvPr/>
          </p:nvSpPr>
          <p:spPr>
            <a:xfrm>
              <a:off x="10327898" y="421401"/>
              <a:ext cx="107742" cy="107742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4"/>
            <p:cNvSpPr/>
            <p:nvPr/>
          </p:nvSpPr>
          <p:spPr>
            <a:xfrm>
              <a:off x="10136748" y="1466826"/>
              <a:ext cx="70695" cy="70695"/>
            </a:xfrm>
            <a:custGeom>
              <a:rect b="b" l="l" r="r" t="t"/>
              <a:pathLst>
                <a:path extrusionOk="0" h="2786" w="2786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24"/>
            <p:cNvSpPr/>
            <p:nvPr/>
          </p:nvSpPr>
          <p:spPr>
            <a:xfrm>
              <a:off x="8601890" y="1192877"/>
              <a:ext cx="70695" cy="70111"/>
            </a:xfrm>
            <a:custGeom>
              <a:rect b="b" l="l" r="r" t="t"/>
              <a:pathLst>
                <a:path extrusionOk="0" h="2763" w="2786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24"/>
            <p:cNvSpPr/>
            <p:nvPr/>
          </p:nvSpPr>
          <p:spPr>
            <a:xfrm>
              <a:off x="7411092" y="536655"/>
              <a:ext cx="141922" cy="141339"/>
            </a:xfrm>
            <a:custGeom>
              <a:rect b="b" l="l" r="r" t="t"/>
              <a:pathLst>
                <a:path extrusionOk="0" h="5570" w="5593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24"/>
            <p:cNvSpPr/>
            <p:nvPr/>
          </p:nvSpPr>
          <p:spPr>
            <a:xfrm>
              <a:off x="9285340" y="1156972"/>
              <a:ext cx="141922" cy="141922"/>
            </a:xfrm>
            <a:custGeom>
              <a:rect b="b" l="l" r="r" t="t"/>
              <a:pathLst>
                <a:path extrusionOk="0" h="5593" w="5593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24"/>
            <p:cNvSpPr/>
            <p:nvPr/>
          </p:nvSpPr>
          <p:spPr>
            <a:xfrm>
              <a:off x="7145822" y="-69174"/>
              <a:ext cx="66051" cy="66051"/>
            </a:xfrm>
            <a:custGeom>
              <a:rect b="b" l="l" r="r" t="t"/>
              <a:pathLst>
                <a:path extrusionOk="0" h="2603" w="2603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4"/>
            <p:cNvSpPr/>
            <p:nvPr/>
          </p:nvSpPr>
          <p:spPr>
            <a:xfrm>
              <a:off x="7338672" y="-341397"/>
              <a:ext cx="145982" cy="146566"/>
            </a:xfrm>
            <a:custGeom>
              <a:rect b="b" l="l" r="r" t="t"/>
              <a:pathLst>
                <a:path extrusionOk="0" h="5776" w="5753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4"/>
            <p:cNvSpPr/>
            <p:nvPr/>
          </p:nvSpPr>
          <p:spPr>
            <a:xfrm>
              <a:off x="7364174" y="-315336"/>
              <a:ext cx="95004" cy="94446"/>
            </a:xfrm>
            <a:custGeom>
              <a:rect b="b" l="l" r="r" t="t"/>
              <a:pathLst>
                <a:path extrusionOk="0" h="3722" w="3744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4"/>
            <p:cNvSpPr/>
            <p:nvPr/>
          </p:nvSpPr>
          <p:spPr>
            <a:xfrm>
              <a:off x="5743599" y="-296229"/>
              <a:ext cx="107742" cy="107768"/>
            </a:xfrm>
            <a:custGeom>
              <a:rect b="b" l="l" r="r" t="t"/>
              <a:pathLst>
                <a:path extrusionOk="0" h="4247" w="4246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24"/>
            <p:cNvSpPr/>
            <p:nvPr/>
          </p:nvSpPr>
          <p:spPr>
            <a:xfrm>
              <a:off x="5430243" y="-296229"/>
              <a:ext cx="107768" cy="107768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4"/>
            <p:cNvSpPr/>
            <p:nvPr/>
          </p:nvSpPr>
          <p:spPr>
            <a:xfrm>
              <a:off x="4743317" y="-91199"/>
              <a:ext cx="107768" cy="107768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4"/>
            <p:cNvSpPr/>
            <p:nvPr/>
          </p:nvSpPr>
          <p:spPr>
            <a:xfrm>
              <a:off x="4288089" y="-539474"/>
              <a:ext cx="107742" cy="107742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4"/>
            <p:cNvSpPr/>
            <p:nvPr/>
          </p:nvSpPr>
          <p:spPr>
            <a:xfrm>
              <a:off x="7000423" y="-678478"/>
              <a:ext cx="73588" cy="74146"/>
            </a:xfrm>
            <a:custGeom>
              <a:rect b="b" l="l" r="r" t="t"/>
              <a:pathLst>
                <a:path extrusionOk="0" h="2922" w="290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4"/>
            <p:cNvSpPr/>
            <p:nvPr/>
          </p:nvSpPr>
          <p:spPr>
            <a:xfrm>
              <a:off x="5041600" y="-500092"/>
              <a:ext cx="74171" cy="74146"/>
            </a:xfrm>
            <a:custGeom>
              <a:rect b="b" l="l" r="r" t="t"/>
              <a:pathLst>
                <a:path extrusionOk="0" h="2922" w="2923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4"/>
            <p:cNvSpPr/>
            <p:nvPr/>
          </p:nvSpPr>
          <p:spPr>
            <a:xfrm>
              <a:off x="8632010" y="121240"/>
              <a:ext cx="2335337" cy="717199"/>
            </a:xfrm>
            <a:custGeom>
              <a:rect b="b" l="l" r="r" t="t"/>
              <a:pathLst>
                <a:path extrusionOk="0" h="28264" w="92033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4"/>
            <p:cNvSpPr/>
            <p:nvPr/>
          </p:nvSpPr>
          <p:spPr>
            <a:xfrm>
              <a:off x="7355470" y="170595"/>
              <a:ext cx="151793" cy="94446"/>
            </a:xfrm>
            <a:custGeom>
              <a:rect b="b" l="l" r="r" t="t"/>
              <a:pathLst>
                <a:path extrusionOk="0" h="3722" w="5982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4"/>
            <p:cNvSpPr/>
            <p:nvPr/>
          </p:nvSpPr>
          <p:spPr>
            <a:xfrm>
              <a:off x="7469581" y="170595"/>
              <a:ext cx="151184" cy="94446"/>
            </a:xfrm>
            <a:custGeom>
              <a:rect b="b" l="l" r="r" t="t"/>
              <a:pathLst>
                <a:path extrusionOk="0" h="3722" w="5958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4"/>
            <p:cNvSpPr/>
            <p:nvPr/>
          </p:nvSpPr>
          <p:spPr>
            <a:xfrm>
              <a:off x="7583109" y="170595"/>
              <a:ext cx="151768" cy="94446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24"/>
            <p:cNvSpPr/>
            <p:nvPr/>
          </p:nvSpPr>
          <p:spPr>
            <a:xfrm>
              <a:off x="7697195" y="170595"/>
              <a:ext cx="151210" cy="94446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4"/>
            <p:cNvSpPr/>
            <p:nvPr/>
          </p:nvSpPr>
          <p:spPr>
            <a:xfrm>
              <a:off x="7810723" y="170595"/>
              <a:ext cx="151184" cy="94446"/>
            </a:xfrm>
            <a:custGeom>
              <a:rect b="b" l="l" r="r" t="t"/>
              <a:pathLst>
                <a:path extrusionOk="0" h="3722" w="5958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4"/>
            <p:cNvSpPr/>
            <p:nvPr/>
          </p:nvSpPr>
          <p:spPr>
            <a:xfrm>
              <a:off x="7924251" y="170595"/>
              <a:ext cx="151768" cy="94446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24"/>
            <p:cNvSpPr/>
            <p:nvPr/>
          </p:nvSpPr>
          <p:spPr>
            <a:xfrm>
              <a:off x="8038337" y="170595"/>
              <a:ext cx="151210" cy="94446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4"/>
            <p:cNvSpPr/>
            <p:nvPr/>
          </p:nvSpPr>
          <p:spPr>
            <a:xfrm>
              <a:off x="8151864" y="170595"/>
              <a:ext cx="151768" cy="94446"/>
            </a:xfrm>
            <a:custGeom>
              <a:rect b="b" l="l" r="r" t="t"/>
              <a:pathLst>
                <a:path extrusionOk="0" h="3722" w="5981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4"/>
            <p:cNvSpPr/>
            <p:nvPr/>
          </p:nvSpPr>
          <p:spPr>
            <a:xfrm>
              <a:off x="6543445" y="958895"/>
              <a:ext cx="280952" cy="175519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4"/>
            <p:cNvSpPr/>
            <p:nvPr/>
          </p:nvSpPr>
          <p:spPr>
            <a:xfrm>
              <a:off x="6754286" y="958895"/>
              <a:ext cx="280927" cy="175519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4"/>
            <p:cNvSpPr/>
            <p:nvPr/>
          </p:nvSpPr>
          <p:spPr>
            <a:xfrm>
              <a:off x="6965101" y="958895"/>
              <a:ext cx="280927" cy="175519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7176500" y="958895"/>
              <a:ext cx="280952" cy="175519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4"/>
            <p:cNvSpPr/>
            <p:nvPr/>
          </p:nvSpPr>
          <p:spPr>
            <a:xfrm>
              <a:off x="7387341" y="958895"/>
              <a:ext cx="280927" cy="175519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4"/>
            <p:cNvSpPr/>
            <p:nvPr/>
          </p:nvSpPr>
          <p:spPr>
            <a:xfrm>
              <a:off x="7598157" y="958895"/>
              <a:ext cx="280927" cy="175519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4" name="Google Shape;414;p24"/>
            <p:cNvCxnSpPr/>
            <p:nvPr/>
          </p:nvCxnSpPr>
          <p:spPr>
            <a:xfrm rot="10800000">
              <a:off x="1697950" y="877825"/>
              <a:ext cx="2233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415" name="Google Shape;415;p24"/>
            <p:cNvSpPr/>
            <p:nvPr/>
          </p:nvSpPr>
          <p:spPr>
            <a:xfrm>
              <a:off x="3748885" y="-197980"/>
              <a:ext cx="993913" cy="45875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24"/>
            <p:cNvSpPr/>
            <p:nvPr/>
          </p:nvSpPr>
          <p:spPr>
            <a:xfrm>
              <a:off x="4708100" y="215949"/>
              <a:ext cx="69046" cy="69077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7" name="Google Shape;417;p24"/>
            <p:cNvGrpSpPr/>
            <p:nvPr/>
          </p:nvGrpSpPr>
          <p:grpSpPr>
            <a:xfrm flipH="1" rot="-5400000">
              <a:off x="266770" y="647027"/>
              <a:ext cx="2094354" cy="800631"/>
              <a:chOff x="5593937" y="1366150"/>
              <a:chExt cx="1612903" cy="622575"/>
            </a:xfrm>
          </p:grpSpPr>
          <p:sp>
            <p:nvSpPr>
              <p:cNvPr id="418" name="Google Shape;418;p24"/>
              <p:cNvSpPr/>
              <p:nvPr/>
            </p:nvSpPr>
            <p:spPr>
              <a:xfrm>
                <a:off x="5593937" y="1408375"/>
                <a:ext cx="1529900" cy="580350"/>
              </a:xfrm>
              <a:custGeom>
                <a:rect b="b" l="l" r="r" t="t"/>
                <a:pathLst>
                  <a:path extrusionOk="0" h="23214" w="61196">
                    <a:moveTo>
                      <a:pt x="49121" y="0"/>
                    </a:moveTo>
                    <a:lnTo>
                      <a:pt x="26661" y="22460"/>
                    </a:lnTo>
                    <a:lnTo>
                      <a:pt x="389" y="22460"/>
                    </a:lnTo>
                    <a:cubicBezTo>
                      <a:pt x="161" y="22460"/>
                      <a:pt x="1" y="22620"/>
                      <a:pt x="1" y="22848"/>
                    </a:cubicBezTo>
                    <a:cubicBezTo>
                      <a:pt x="1" y="23054"/>
                      <a:pt x="161" y="23214"/>
                      <a:pt x="389" y="23214"/>
                    </a:cubicBezTo>
                    <a:lnTo>
                      <a:pt x="26980" y="23214"/>
                    </a:lnTo>
                    <a:lnTo>
                      <a:pt x="49441" y="776"/>
                    </a:lnTo>
                    <a:lnTo>
                      <a:pt x="60808" y="776"/>
                    </a:lnTo>
                    <a:cubicBezTo>
                      <a:pt x="61013" y="776"/>
                      <a:pt x="61196" y="594"/>
                      <a:pt x="61196" y="388"/>
                    </a:cubicBezTo>
                    <a:cubicBezTo>
                      <a:pt x="61196" y="183"/>
                      <a:pt x="61013" y="0"/>
                      <a:pt x="608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24"/>
              <p:cNvSpPr/>
              <p:nvPr/>
            </p:nvSpPr>
            <p:spPr>
              <a:xfrm>
                <a:off x="7100690" y="1366150"/>
                <a:ext cx="106150" cy="106150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36" y="0"/>
                      <a:pt x="0" y="959"/>
                      <a:pt x="0" y="2123"/>
                    </a:cubicBezTo>
                    <a:cubicBezTo>
                      <a:pt x="0" y="3310"/>
                      <a:pt x="936" y="4246"/>
                      <a:pt x="2123" y="4246"/>
                    </a:cubicBezTo>
                    <a:cubicBezTo>
                      <a:pt x="3287" y="4246"/>
                      <a:pt x="4246" y="3310"/>
                      <a:pt x="4246" y="2123"/>
                    </a:cubicBezTo>
                    <a:cubicBezTo>
                      <a:pt x="4246" y="959"/>
                      <a:pt x="3287" y="0"/>
                      <a:pt x="21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20" name="Google Shape;420;p24"/>
          <p:cNvSpPr/>
          <p:nvPr/>
        </p:nvSpPr>
        <p:spPr>
          <a:xfrm flipH="1" rot="10800000">
            <a:off x="-3890200" y="6349394"/>
            <a:ext cx="74171" cy="74146"/>
          </a:xfrm>
          <a:custGeom>
            <a:rect b="b" l="l" r="r" t="t"/>
            <a:pathLst>
              <a:path extrusionOk="0" h="2922" w="2923">
                <a:moveTo>
                  <a:pt x="1462" y="0"/>
                </a:moveTo>
                <a:cubicBezTo>
                  <a:pt x="640" y="0"/>
                  <a:pt x="1" y="662"/>
                  <a:pt x="1" y="1461"/>
                </a:cubicBezTo>
                <a:cubicBezTo>
                  <a:pt x="1" y="2260"/>
                  <a:pt x="640" y="2922"/>
                  <a:pt x="1462" y="2922"/>
                </a:cubicBezTo>
                <a:cubicBezTo>
                  <a:pt x="2260" y="2922"/>
                  <a:pt x="2922" y="2260"/>
                  <a:pt x="2922" y="1461"/>
                </a:cubicBezTo>
                <a:cubicBezTo>
                  <a:pt x="2922" y="662"/>
                  <a:pt x="2260" y="0"/>
                  <a:pt x="1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1" name="Google Shape;421;p24"/>
          <p:cNvGrpSpPr/>
          <p:nvPr/>
        </p:nvGrpSpPr>
        <p:grpSpPr>
          <a:xfrm>
            <a:off x="3690957" y="4568872"/>
            <a:ext cx="881035" cy="290677"/>
            <a:chOff x="3690957" y="4568872"/>
            <a:chExt cx="881035" cy="290677"/>
          </a:xfrm>
        </p:grpSpPr>
        <p:sp>
          <p:nvSpPr>
            <p:cNvPr id="422" name="Google Shape;422;p24"/>
            <p:cNvSpPr/>
            <p:nvPr/>
          </p:nvSpPr>
          <p:spPr>
            <a:xfrm>
              <a:off x="3690957" y="4568872"/>
              <a:ext cx="148483" cy="290677"/>
            </a:xfrm>
            <a:custGeom>
              <a:rect b="b" l="l" r="r" t="t"/>
              <a:pathLst>
                <a:path extrusionOk="0" fill="none" h="2357" w="1204">
                  <a:moveTo>
                    <a:pt x="0" y="0"/>
                  </a:moveTo>
                  <a:lnTo>
                    <a:pt x="1203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3839318" y="4568872"/>
              <a:ext cx="145400" cy="290677"/>
            </a:xfrm>
            <a:custGeom>
              <a:rect b="b" l="l" r="r" t="t"/>
              <a:pathLst>
                <a:path extrusionOk="0" fill="none" h="2357" w="1179">
                  <a:moveTo>
                    <a:pt x="0" y="0"/>
                  </a:moveTo>
                  <a:lnTo>
                    <a:pt x="1178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4"/>
            <p:cNvSpPr/>
            <p:nvPr/>
          </p:nvSpPr>
          <p:spPr>
            <a:xfrm>
              <a:off x="3984595" y="4568872"/>
              <a:ext cx="148483" cy="290677"/>
            </a:xfrm>
            <a:custGeom>
              <a:rect b="b" l="l" r="r" t="t"/>
              <a:pathLst>
                <a:path extrusionOk="0" fill="none" h="2357" w="1204">
                  <a:moveTo>
                    <a:pt x="0" y="0"/>
                  </a:moveTo>
                  <a:lnTo>
                    <a:pt x="1203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4"/>
            <p:cNvSpPr/>
            <p:nvPr/>
          </p:nvSpPr>
          <p:spPr>
            <a:xfrm>
              <a:off x="4132955" y="4568872"/>
              <a:ext cx="145400" cy="290677"/>
            </a:xfrm>
            <a:custGeom>
              <a:rect b="b" l="l" r="r" t="t"/>
              <a:pathLst>
                <a:path extrusionOk="0" fill="none" h="2357" w="1179">
                  <a:moveTo>
                    <a:pt x="0" y="0"/>
                  </a:moveTo>
                  <a:lnTo>
                    <a:pt x="1178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4"/>
            <p:cNvSpPr/>
            <p:nvPr/>
          </p:nvSpPr>
          <p:spPr>
            <a:xfrm>
              <a:off x="4278232" y="4568872"/>
              <a:ext cx="148483" cy="290677"/>
            </a:xfrm>
            <a:custGeom>
              <a:rect b="b" l="l" r="r" t="t"/>
              <a:pathLst>
                <a:path extrusionOk="0" fill="none" h="2357" w="1204">
                  <a:moveTo>
                    <a:pt x="0" y="0"/>
                  </a:moveTo>
                  <a:lnTo>
                    <a:pt x="1203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4"/>
            <p:cNvSpPr/>
            <p:nvPr/>
          </p:nvSpPr>
          <p:spPr>
            <a:xfrm>
              <a:off x="4426592" y="4568872"/>
              <a:ext cx="145400" cy="290677"/>
            </a:xfrm>
            <a:custGeom>
              <a:rect b="b" l="l" r="r" t="t"/>
              <a:pathLst>
                <a:path extrusionOk="0" fill="none" h="2357" w="1179">
                  <a:moveTo>
                    <a:pt x="0" y="0"/>
                  </a:moveTo>
                  <a:lnTo>
                    <a:pt x="1178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5"/>
          <p:cNvSpPr/>
          <p:nvPr/>
        </p:nvSpPr>
        <p:spPr>
          <a:xfrm>
            <a:off x="905550" y="1320600"/>
            <a:ext cx="7332900" cy="2502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5"/>
          <p:cNvSpPr txBox="1"/>
          <p:nvPr>
            <p:ph type="title"/>
          </p:nvPr>
        </p:nvSpPr>
        <p:spPr>
          <a:xfrm>
            <a:off x="1763250" y="1849800"/>
            <a:ext cx="5617500" cy="14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26"/>
          <p:cNvGrpSpPr/>
          <p:nvPr/>
        </p:nvGrpSpPr>
        <p:grpSpPr>
          <a:xfrm flipH="1">
            <a:off x="-271725" y="-1955550"/>
            <a:ext cx="7767703" cy="3383025"/>
            <a:chOff x="24125" y="294775"/>
            <a:chExt cx="7767703" cy="3383025"/>
          </a:xfrm>
        </p:grpSpPr>
        <p:sp>
          <p:nvSpPr>
            <p:cNvPr id="433" name="Google Shape;433;p26"/>
            <p:cNvSpPr/>
            <p:nvPr/>
          </p:nvSpPr>
          <p:spPr>
            <a:xfrm>
              <a:off x="1686375" y="607200"/>
              <a:ext cx="142125" cy="129550"/>
            </a:xfrm>
            <a:custGeom>
              <a:rect b="b" l="l" r="r" t="t"/>
              <a:pathLst>
                <a:path extrusionOk="0" h="5182" w="5685">
                  <a:moveTo>
                    <a:pt x="2834" y="1"/>
                  </a:moveTo>
                  <a:cubicBezTo>
                    <a:pt x="2169" y="1"/>
                    <a:pt x="1507" y="252"/>
                    <a:pt x="1005" y="754"/>
                  </a:cubicBezTo>
                  <a:cubicBezTo>
                    <a:pt x="1" y="1781"/>
                    <a:pt x="1" y="3402"/>
                    <a:pt x="1005" y="4429"/>
                  </a:cubicBezTo>
                  <a:cubicBezTo>
                    <a:pt x="1507" y="4931"/>
                    <a:pt x="2169" y="5182"/>
                    <a:pt x="2834" y="5182"/>
                  </a:cubicBezTo>
                  <a:cubicBezTo>
                    <a:pt x="3499" y="5182"/>
                    <a:pt x="4166" y="4931"/>
                    <a:pt x="4680" y="4429"/>
                  </a:cubicBezTo>
                  <a:cubicBezTo>
                    <a:pt x="5684" y="3402"/>
                    <a:pt x="5684" y="1781"/>
                    <a:pt x="4680" y="754"/>
                  </a:cubicBezTo>
                  <a:cubicBezTo>
                    <a:pt x="4166" y="252"/>
                    <a:pt x="3499" y="1"/>
                    <a:pt x="2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6"/>
            <p:cNvSpPr/>
            <p:nvPr/>
          </p:nvSpPr>
          <p:spPr>
            <a:xfrm>
              <a:off x="66098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6"/>
            <p:cNvSpPr/>
            <p:nvPr/>
          </p:nvSpPr>
          <p:spPr>
            <a:xfrm>
              <a:off x="67216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6"/>
            <p:cNvSpPr/>
            <p:nvPr/>
          </p:nvSpPr>
          <p:spPr>
            <a:xfrm>
              <a:off x="68340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6"/>
            <p:cNvSpPr/>
            <p:nvPr/>
          </p:nvSpPr>
          <p:spPr>
            <a:xfrm>
              <a:off x="69459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26"/>
            <p:cNvSpPr/>
            <p:nvPr/>
          </p:nvSpPr>
          <p:spPr>
            <a:xfrm>
              <a:off x="70577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607" y="3721"/>
                  </a:lnTo>
                  <a:lnTo>
                    <a:pt x="5980" y="372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6"/>
            <p:cNvSpPr/>
            <p:nvPr/>
          </p:nvSpPr>
          <p:spPr>
            <a:xfrm>
              <a:off x="71701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6"/>
            <p:cNvSpPr/>
            <p:nvPr/>
          </p:nvSpPr>
          <p:spPr>
            <a:xfrm>
              <a:off x="728200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1" y="0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26"/>
            <p:cNvSpPr/>
            <p:nvPr/>
          </p:nvSpPr>
          <p:spPr>
            <a:xfrm>
              <a:off x="2406525" y="1218350"/>
              <a:ext cx="5385303" cy="1110475"/>
            </a:xfrm>
            <a:custGeom>
              <a:rect b="b" l="l" r="r" t="t"/>
              <a:pathLst>
                <a:path extrusionOk="0" h="44419" w="206136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6"/>
            <p:cNvSpPr/>
            <p:nvPr/>
          </p:nvSpPr>
          <p:spPr>
            <a:xfrm>
              <a:off x="987925" y="355975"/>
              <a:ext cx="6210225" cy="1468400"/>
            </a:xfrm>
            <a:custGeom>
              <a:rect b="b" l="l" r="r" t="t"/>
              <a:pathLst>
                <a:path extrusionOk="0" h="58736" w="248409">
                  <a:moveTo>
                    <a:pt x="248203" y="1"/>
                  </a:moveTo>
                  <a:cubicBezTo>
                    <a:pt x="248151" y="1"/>
                    <a:pt x="248100" y="18"/>
                    <a:pt x="248066" y="52"/>
                  </a:cubicBezTo>
                  <a:lnTo>
                    <a:pt x="196663" y="51455"/>
                  </a:lnTo>
                  <a:lnTo>
                    <a:pt x="175778" y="51455"/>
                  </a:lnTo>
                  <a:lnTo>
                    <a:pt x="155760" y="31460"/>
                  </a:lnTo>
                  <a:lnTo>
                    <a:pt x="121112" y="31460"/>
                  </a:lnTo>
                  <a:lnTo>
                    <a:pt x="94200" y="58371"/>
                  </a:lnTo>
                  <a:lnTo>
                    <a:pt x="183" y="58371"/>
                  </a:lnTo>
                  <a:cubicBezTo>
                    <a:pt x="92" y="58371"/>
                    <a:pt x="0" y="58439"/>
                    <a:pt x="0" y="58553"/>
                  </a:cubicBezTo>
                  <a:cubicBezTo>
                    <a:pt x="0" y="58645"/>
                    <a:pt x="92" y="58736"/>
                    <a:pt x="183" y="58736"/>
                  </a:cubicBezTo>
                  <a:lnTo>
                    <a:pt x="94360" y="58736"/>
                  </a:lnTo>
                  <a:lnTo>
                    <a:pt x="121248" y="31848"/>
                  </a:lnTo>
                  <a:lnTo>
                    <a:pt x="155623" y="31848"/>
                  </a:lnTo>
                  <a:lnTo>
                    <a:pt x="175618" y="51843"/>
                  </a:lnTo>
                  <a:lnTo>
                    <a:pt x="196823" y="51843"/>
                  </a:lnTo>
                  <a:lnTo>
                    <a:pt x="248340" y="326"/>
                  </a:lnTo>
                  <a:cubicBezTo>
                    <a:pt x="248408" y="235"/>
                    <a:pt x="248408" y="121"/>
                    <a:pt x="248340" y="52"/>
                  </a:cubicBezTo>
                  <a:cubicBezTo>
                    <a:pt x="248306" y="18"/>
                    <a:pt x="248254" y="1"/>
                    <a:pt x="248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26"/>
            <p:cNvSpPr/>
            <p:nvPr/>
          </p:nvSpPr>
          <p:spPr>
            <a:xfrm>
              <a:off x="1265250" y="1389550"/>
              <a:ext cx="6299250" cy="1955000"/>
            </a:xfrm>
            <a:custGeom>
              <a:rect b="b" l="l" r="r" t="t"/>
              <a:pathLst>
                <a:path extrusionOk="0" h="78200" w="25197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26"/>
            <p:cNvSpPr/>
            <p:nvPr/>
          </p:nvSpPr>
          <p:spPr>
            <a:xfrm>
              <a:off x="1631600" y="1974425"/>
              <a:ext cx="6160000" cy="1095650"/>
            </a:xfrm>
            <a:custGeom>
              <a:rect b="b" l="l" r="r" t="t"/>
              <a:pathLst>
                <a:path extrusionOk="0" h="43826" w="24640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26"/>
            <p:cNvSpPr/>
            <p:nvPr/>
          </p:nvSpPr>
          <p:spPr>
            <a:xfrm>
              <a:off x="1978550" y="331575"/>
              <a:ext cx="4691750" cy="1289675"/>
            </a:xfrm>
            <a:custGeom>
              <a:rect b="b" l="l" r="r" t="t"/>
              <a:pathLst>
                <a:path extrusionOk="0" h="51587" w="18767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26"/>
            <p:cNvSpPr/>
            <p:nvPr/>
          </p:nvSpPr>
          <p:spPr>
            <a:xfrm>
              <a:off x="937150" y="2104550"/>
              <a:ext cx="6622775" cy="1510475"/>
            </a:xfrm>
            <a:custGeom>
              <a:rect b="b" l="l" r="r" t="t"/>
              <a:pathLst>
                <a:path extrusionOk="0" h="60419" w="264911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26"/>
            <p:cNvSpPr/>
            <p:nvPr/>
          </p:nvSpPr>
          <p:spPr>
            <a:xfrm>
              <a:off x="1664700" y="294775"/>
              <a:ext cx="3135650" cy="766675"/>
            </a:xfrm>
            <a:custGeom>
              <a:rect b="b" l="l" r="r" t="t"/>
              <a:pathLst>
                <a:path extrusionOk="0" h="30667" w="125426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26"/>
            <p:cNvSpPr/>
            <p:nvPr/>
          </p:nvSpPr>
          <p:spPr>
            <a:xfrm>
              <a:off x="100600" y="2193550"/>
              <a:ext cx="3410675" cy="530725"/>
            </a:xfrm>
            <a:custGeom>
              <a:rect b="b" l="l" r="r" t="t"/>
              <a:pathLst>
                <a:path extrusionOk="0" h="21229" w="136427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26"/>
            <p:cNvSpPr/>
            <p:nvPr/>
          </p:nvSpPr>
          <p:spPr>
            <a:xfrm>
              <a:off x="106300" y="832600"/>
              <a:ext cx="2024625" cy="395475"/>
            </a:xfrm>
            <a:custGeom>
              <a:rect b="b" l="l" r="r" t="t"/>
              <a:pathLst>
                <a:path extrusionOk="0" h="15819" w="80985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26"/>
            <p:cNvSpPr/>
            <p:nvPr/>
          </p:nvSpPr>
          <p:spPr>
            <a:xfrm>
              <a:off x="24125" y="1108225"/>
              <a:ext cx="1654850" cy="513025"/>
            </a:xfrm>
            <a:custGeom>
              <a:rect b="b" l="l" r="r" t="t"/>
              <a:pathLst>
                <a:path extrusionOk="0" h="20521" w="66194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24125" y="1371850"/>
              <a:ext cx="979225" cy="45197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5585500" y="1408375"/>
              <a:ext cx="1529900" cy="580350"/>
            </a:xfrm>
            <a:custGeom>
              <a:rect b="b" l="l" r="r" t="t"/>
              <a:pathLst>
                <a:path extrusionOk="0" h="23214" w="61196">
                  <a:moveTo>
                    <a:pt x="49121" y="0"/>
                  </a:moveTo>
                  <a:lnTo>
                    <a:pt x="26661" y="22460"/>
                  </a:lnTo>
                  <a:lnTo>
                    <a:pt x="389" y="22460"/>
                  </a:lnTo>
                  <a:cubicBezTo>
                    <a:pt x="161" y="22460"/>
                    <a:pt x="1" y="22620"/>
                    <a:pt x="1" y="22848"/>
                  </a:cubicBezTo>
                  <a:cubicBezTo>
                    <a:pt x="1" y="23054"/>
                    <a:pt x="161" y="23214"/>
                    <a:pt x="389" y="23214"/>
                  </a:cubicBezTo>
                  <a:lnTo>
                    <a:pt x="26980" y="23214"/>
                  </a:lnTo>
                  <a:lnTo>
                    <a:pt x="49441" y="776"/>
                  </a:lnTo>
                  <a:lnTo>
                    <a:pt x="60808" y="776"/>
                  </a:lnTo>
                  <a:cubicBezTo>
                    <a:pt x="61013" y="776"/>
                    <a:pt x="61196" y="594"/>
                    <a:pt x="61196" y="388"/>
                  </a:cubicBezTo>
                  <a:cubicBezTo>
                    <a:pt x="61196" y="183"/>
                    <a:pt x="61013" y="0"/>
                    <a:pt x="6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5953000" y="35431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5976400" y="356650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5421175" y="22563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2"/>
                    <a:pt x="3972" y="5022"/>
                    <a:pt x="2694" y="5022"/>
                  </a:cubicBezTo>
                  <a:cubicBezTo>
                    <a:pt x="1415" y="5022"/>
                    <a:pt x="365" y="3972"/>
                    <a:pt x="365" y="2694"/>
                  </a:cubicBezTo>
                  <a:cubicBezTo>
                    <a:pt x="365" y="1416"/>
                    <a:pt x="1415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5444575" y="22797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0"/>
                  </a:moveTo>
                  <a:cubicBezTo>
                    <a:pt x="776" y="0"/>
                    <a:pt x="0" y="799"/>
                    <a:pt x="0" y="1758"/>
                  </a:cubicBezTo>
                  <a:cubicBezTo>
                    <a:pt x="0" y="2739"/>
                    <a:pt x="776" y="3516"/>
                    <a:pt x="1758" y="3516"/>
                  </a:cubicBezTo>
                  <a:cubicBezTo>
                    <a:pt x="2716" y="3516"/>
                    <a:pt x="3515" y="2739"/>
                    <a:pt x="3515" y="1758"/>
                  </a:cubicBezTo>
                  <a:cubicBezTo>
                    <a:pt x="3515" y="799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26"/>
            <p:cNvSpPr/>
            <p:nvPr/>
          </p:nvSpPr>
          <p:spPr>
            <a:xfrm>
              <a:off x="5459400" y="19122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26"/>
            <p:cNvSpPr/>
            <p:nvPr/>
          </p:nvSpPr>
          <p:spPr>
            <a:xfrm>
              <a:off x="5482800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99" y="1"/>
                    <a:pt x="0" y="777"/>
                    <a:pt x="0" y="1758"/>
                  </a:cubicBezTo>
                  <a:cubicBezTo>
                    <a:pt x="0" y="2717"/>
                    <a:pt x="799" y="3516"/>
                    <a:pt x="1758" y="3516"/>
                  </a:cubicBezTo>
                  <a:cubicBezTo>
                    <a:pt x="2739" y="3516"/>
                    <a:pt x="3515" y="2717"/>
                    <a:pt x="3515" y="1758"/>
                  </a:cubicBezTo>
                  <a:cubicBezTo>
                    <a:pt x="3515" y="777"/>
                    <a:pt x="2739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26"/>
            <p:cNvSpPr/>
            <p:nvPr/>
          </p:nvSpPr>
          <p:spPr>
            <a:xfrm>
              <a:off x="4736975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6"/>
            <p:cNvSpPr/>
            <p:nvPr/>
          </p:nvSpPr>
          <p:spPr>
            <a:xfrm>
              <a:off x="7044625" y="263295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26"/>
            <p:cNvSpPr/>
            <p:nvPr/>
          </p:nvSpPr>
          <p:spPr>
            <a:xfrm>
              <a:off x="4222850" y="1085400"/>
              <a:ext cx="134675" cy="134675"/>
            </a:xfrm>
            <a:custGeom>
              <a:rect b="b" l="l" r="r" t="t"/>
              <a:pathLst>
                <a:path extrusionOk="0" h="5387" w="5387">
                  <a:moveTo>
                    <a:pt x="2694" y="388"/>
                  </a:moveTo>
                  <a:cubicBezTo>
                    <a:pt x="3972" y="388"/>
                    <a:pt x="5022" y="1415"/>
                    <a:pt x="5022" y="2694"/>
                  </a:cubicBezTo>
                  <a:cubicBezTo>
                    <a:pt x="5022" y="3972"/>
                    <a:pt x="3972" y="4999"/>
                    <a:pt x="2694" y="4999"/>
                  </a:cubicBezTo>
                  <a:cubicBezTo>
                    <a:pt x="1415" y="4999"/>
                    <a:pt x="388" y="3972"/>
                    <a:pt x="388" y="2694"/>
                  </a:cubicBezTo>
                  <a:cubicBezTo>
                    <a:pt x="388" y="1415"/>
                    <a:pt x="1415" y="388"/>
                    <a:pt x="2694" y="388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7"/>
                    <a:pt x="1210" y="5387"/>
                    <a:pt x="2694" y="5387"/>
                  </a:cubicBezTo>
                  <a:cubicBezTo>
                    <a:pt x="4177" y="5387"/>
                    <a:pt x="5387" y="4177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6"/>
            <p:cNvSpPr/>
            <p:nvPr/>
          </p:nvSpPr>
          <p:spPr>
            <a:xfrm>
              <a:off x="4246800" y="1108775"/>
              <a:ext cx="87350" cy="87925"/>
            </a:xfrm>
            <a:custGeom>
              <a:rect b="b" l="l" r="r" t="t"/>
              <a:pathLst>
                <a:path extrusionOk="0" h="3517" w="3494">
                  <a:moveTo>
                    <a:pt x="1736" y="1"/>
                  </a:moveTo>
                  <a:cubicBezTo>
                    <a:pt x="777" y="1"/>
                    <a:pt x="1" y="800"/>
                    <a:pt x="1" y="1759"/>
                  </a:cubicBezTo>
                  <a:cubicBezTo>
                    <a:pt x="1" y="2717"/>
                    <a:pt x="777" y="3516"/>
                    <a:pt x="1736" y="3516"/>
                  </a:cubicBezTo>
                  <a:cubicBezTo>
                    <a:pt x="2717" y="3516"/>
                    <a:pt x="3493" y="2717"/>
                    <a:pt x="3493" y="1759"/>
                  </a:cubicBezTo>
                  <a:cubicBezTo>
                    <a:pt x="3493" y="800"/>
                    <a:pt x="2717" y="1"/>
                    <a:pt x="1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6"/>
            <p:cNvSpPr/>
            <p:nvPr/>
          </p:nvSpPr>
          <p:spPr>
            <a:xfrm>
              <a:off x="3502700" y="25850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6"/>
            <p:cNvSpPr/>
            <p:nvPr/>
          </p:nvSpPr>
          <p:spPr>
            <a:xfrm>
              <a:off x="3526100" y="2608400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26"/>
            <p:cNvSpPr/>
            <p:nvPr/>
          </p:nvSpPr>
          <p:spPr>
            <a:xfrm>
              <a:off x="2281550" y="115615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6"/>
            <p:cNvSpPr/>
            <p:nvPr/>
          </p:nvSpPr>
          <p:spPr>
            <a:xfrm>
              <a:off x="2304950" y="1179550"/>
              <a:ext cx="87325" cy="87900"/>
            </a:xfrm>
            <a:custGeom>
              <a:rect b="b" l="l" r="r" t="t"/>
              <a:pathLst>
                <a:path extrusionOk="0" h="3516" w="3493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26"/>
            <p:cNvSpPr/>
            <p:nvPr/>
          </p:nvSpPr>
          <p:spPr>
            <a:xfrm>
              <a:off x="1577950" y="1004925"/>
              <a:ext cx="94750" cy="94750"/>
            </a:xfrm>
            <a:custGeom>
              <a:rect b="b" l="l" r="r" t="t"/>
              <a:pathLst>
                <a:path extrusionOk="0" h="3790" w="379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26"/>
            <p:cNvSpPr/>
            <p:nvPr/>
          </p:nvSpPr>
          <p:spPr>
            <a:xfrm>
              <a:off x="1595075" y="1022050"/>
              <a:ext cx="59950" cy="59950"/>
            </a:xfrm>
            <a:custGeom>
              <a:rect b="b" l="l" r="r" t="t"/>
              <a:pathLst>
                <a:path extrusionOk="0" h="2398" w="2398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26"/>
            <p:cNvSpPr/>
            <p:nvPr/>
          </p:nvSpPr>
          <p:spPr>
            <a:xfrm>
              <a:off x="2892125" y="11704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6"/>
            <p:cNvSpPr/>
            <p:nvPr/>
          </p:nvSpPr>
          <p:spPr>
            <a:xfrm>
              <a:off x="7004675" y="136615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36" y="0"/>
                    <a:pt x="0" y="959"/>
                    <a:pt x="0" y="2123"/>
                  </a:cubicBezTo>
                  <a:cubicBezTo>
                    <a:pt x="0" y="3310"/>
                    <a:pt x="936" y="4246"/>
                    <a:pt x="2123" y="4246"/>
                  </a:cubicBezTo>
                  <a:cubicBezTo>
                    <a:pt x="3287" y="4246"/>
                    <a:pt x="4246" y="3310"/>
                    <a:pt x="4246" y="2123"/>
                  </a:cubicBezTo>
                  <a:cubicBezTo>
                    <a:pt x="4246" y="959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26"/>
            <p:cNvSpPr/>
            <p:nvPr/>
          </p:nvSpPr>
          <p:spPr>
            <a:xfrm>
              <a:off x="6446600" y="227060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26"/>
            <p:cNvSpPr/>
            <p:nvPr/>
          </p:nvSpPr>
          <p:spPr>
            <a:xfrm>
              <a:off x="6258275" y="3300575"/>
              <a:ext cx="69650" cy="69650"/>
            </a:xfrm>
            <a:custGeom>
              <a:rect b="b" l="l" r="r" t="t"/>
              <a:pathLst>
                <a:path extrusionOk="0" h="2786" w="2786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26"/>
            <p:cNvSpPr/>
            <p:nvPr/>
          </p:nvSpPr>
          <p:spPr>
            <a:xfrm>
              <a:off x="4746100" y="3030675"/>
              <a:ext cx="69650" cy="69075"/>
            </a:xfrm>
            <a:custGeom>
              <a:rect b="b" l="l" r="r" t="t"/>
              <a:pathLst>
                <a:path extrusionOk="0" h="2763" w="2786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6"/>
            <p:cNvSpPr/>
            <p:nvPr/>
          </p:nvSpPr>
          <p:spPr>
            <a:xfrm>
              <a:off x="5111875" y="1378700"/>
              <a:ext cx="106175" cy="106150"/>
            </a:xfrm>
            <a:custGeom>
              <a:rect b="b" l="l" r="r" t="t"/>
              <a:pathLst>
                <a:path extrusionOk="0" h="4246" w="4247">
                  <a:moveTo>
                    <a:pt x="2124" y="0"/>
                  </a:moveTo>
                  <a:cubicBezTo>
                    <a:pt x="960" y="0"/>
                    <a:pt x="1" y="959"/>
                    <a:pt x="1" y="2123"/>
                  </a:cubicBezTo>
                  <a:cubicBezTo>
                    <a:pt x="1" y="3310"/>
                    <a:pt x="960" y="4246"/>
                    <a:pt x="2124" y="4246"/>
                  </a:cubicBezTo>
                  <a:cubicBezTo>
                    <a:pt x="3288" y="4246"/>
                    <a:pt x="4246" y="3310"/>
                    <a:pt x="4246" y="2123"/>
                  </a:cubicBezTo>
                  <a:cubicBezTo>
                    <a:pt x="4246" y="959"/>
                    <a:pt x="3288" y="0"/>
                    <a:pt x="21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6"/>
            <p:cNvSpPr/>
            <p:nvPr/>
          </p:nvSpPr>
          <p:spPr>
            <a:xfrm>
              <a:off x="5692225" y="1404950"/>
              <a:ext cx="75350" cy="74775"/>
            </a:xfrm>
            <a:custGeom>
              <a:rect b="b" l="l" r="r" t="t"/>
              <a:pathLst>
                <a:path extrusionOk="0" h="2991" w="3014">
                  <a:moveTo>
                    <a:pt x="1507" y="0"/>
                  </a:moveTo>
                  <a:cubicBezTo>
                    <a:pt x="685" y="0"/>
                    <a:pt x="0" y="662"/>
                    <a:pt x="0" y="1507"/>
                  </a:cubicBezTo>
                  <a:cubicBezTo>
                    <a:pt x="0" y="2328"/>
                    <a:pt x="685" y="2990"/>
                    <a:pt x="1507" y="2990"/>
                  </a:cubicBezTo>
                  <a:cubicBezTo>
                    <a:pt x="2328" y="2990"/>
                    <a:pt x="3013" y="2328"/>
                    <a:pt x="3013" y="1507"/>
                  </a:cubicBezTo>
                  <a:cubicBezTo>
                    <a:pt x="3013" y="662"/>
                    <a:pt x="2328" y="0"/>
                    <a:pt x="1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6"/>
            <p:cNvSpPr/>
            <p:nvPr/>
          </p:nvSpPr>
          <p:spPr>
            <a:xfrm>
              <a:off x="5821750" y="1469425"/>
              <a:ext cx="79350" cy="79350"/>
            </a:xfrm>
            <a:custGeom>
              <a:rect b="b" l="l" r="r" t="t"/>
              <a:pathLst>
                <a:path extrusionOk="0" h="3174" w="3174">
                  <a:moveTo>
                    <a:pt x="1598" y="1"/>
                  </a:moveTo>
                  <a:cubicBezTo>
                    <a:pt x="708" y="1"/>
                    <a:pt x="1" y="708"/>
                    <a:pt x="1" y="1575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75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6"/>
            <p:cNvSpPr/>
            <p:nvPr/>
          </p:nvSpPr>
          <p:spPr>
            <a:xfrm>
              <a:off x="3572900" y="2384150"/>
              <a:ext cx="139825" cy="139250"/>
            </a:xfrm>
            <a:custGeom>
              <a:rect b="b" l="l" r="r" t="t"/>
              <a:pathLst>
                <a:path extrusionOk="0" h="5570" w="5593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6"/>
            <p:cNvSpPr/>
            <p:nvPr/>
          </p:nvSpPr>
          <p:spPr>
            <a:xfrm>
              <a:off x="5419450" y="2995300"/>
              <a:ext cx="139825" cy="139825"/>
            </a:xfrm>
            <a:custGeom>
              <a:rect b="b" l="l" r="r" t="t"/>
              <a:pathLst>
                <a:path extrusionOk="0" h="5593" w="5593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26"/>
            <p:cNvSpPr/>
            <p:nvPr/>
          </p:nvSpPr>
          <p:spPr>
            <a:xfrm>
              <a:off x="3311550" y="1787275"/>
              <a:ext cx="65075" cy="65075"/>
            </a:xfrm>
            <a:custGeom>
              <a:rect b="b" l="l" r="r" t="t"/>
              <a:pathLst>
                <a:path extrusionOk="0" h="2603" w="2603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26"/>
            <p:cNvSpPr/>
            <p:nvPr/>
          </p:nvSpPr>
          <p:spPr>
            <a:xfrm>
              <a:off x="3501550" y="1519075"/>
              <a:ext cx="143825" cy="144400"/>
            </a:xfrm>
            <a:custGeom>
              <a:rect b="b" l="l" r="r" t="t"/>
              <a:pathLst>
                <a:path extrusionOk="0" h="5776" w="5753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26"/>
            <p:cNvSpPr/>
            <p:nvPr/>
          </p:nvSpPr>
          <p:spPr>
            <a:xfrm>
              <a:off x="3526675" y="1544750"/>
              <a:ext cx="93600" cy="93050"/>
            </a:xfrm>
            <a:custGeom>
              <a:rect b="b" l="l" r="r" t="t"/>
              <a:pathLst>
                <a:path extrusionOk="0" h="3722" w="3744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26"/>
            <p:cNvSpPr/>
            <p:nvPr/>
          </p:nvSpPr>
          <p:spPr>
            <a:xfrm>
              <a:off x="1930050" y="1563575"/>
              <a:ext cx="106150" cy="106175"/>
            </a:xfrm>
            <a:custGeom>
              <a:rect b="b" l="l" r="r" t="t"/>
              <a:pathLst>
                <a:path extrusionOk="0" h="4247" w="4246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6"/>
            <p:cNvSpPr/>
            <p:nvPr/>
          </p:nvSpPr>
          <p:spPr>
            <a:xfrm>
              <a:off x="1621325" y="1563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6"/>
            <p:cNvSpPr/>
            <p:nvPr/>
          </p:nvSpPr>
          <p:spPr>
            <a:xfrm>
              <a:off x="944550" y="1765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6"/>
            <p:cNvSpPr/>
            <p:nvPr/>
          </p:nvSpPr>
          <p:spPr>
            <a:xfrm>
              <a:off x="496050" y="13239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26"/>
            <p:cNvSpPr/>
            <p:nvPr/>
          </p:nvSpPr>
          <p:spPr>
            <a:xfrm>
              <a:off x="3168300" y="1186975"/>
              <a:ext cx="72500" cy="73050"/>
            </a:xfrm>
            <a:custGeom>
              <a:rect b="b" l="l" r="r" t="t"/>
              <a:pathLst>
                <a:path extrusionOk="0" h="2922" w="290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6"/>
            <p:cNvSpPr/>
            <p:nvPr/>
          </p:nvSpPr>
          <p:spPr>
            <a:xfrm>
              <a:off x="1238425" y="1362725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6"/>
            <p:cNvSpPr/>
            <p:nvPr/>
          </p:nvSpPr>
          <p:spPr>
            <a:xfrm>
              <a:off x="2281550" y="832600"/>
              <a:ext cx="2995850" cy="9725"/>
            </a:xfrm>
            <a:custGeom>
              <a:rect b="b" l="l" r="r" t="t"/>
              <a:pathLst>
                <a:path extrusionOk="0" h="389" w="119834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6"/>
            <p:cNvSpPr/>
            <p:nvPr/>
          </p:nvSpPr>
          <p:spPr>
            <a:xfrm>
              <a:off x="2222775" y="800650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26"/>
            <p:cNvSpPr/>
            <p:nvPr/>
          </p:nvSpPr>
          <p:spPr>
            <a:xfrm>
              <a:off x="5235725" y="800650"/>
              <a:ext cx="73050" cy="73050"/>
            </a:xfrm>
            <a:custGeom>
              <a:rect b="b" l="l" r="r" t="t"/>
              <a:pathLst>
                <a:path extrusionOk="0" h="2922" w="2922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26"/>
            <p:cNvSpPr/>
            <p:nvPr/>
          </p:nvSpPr>
          <p:spPr>
            <a:xfrm>
              <a:off x="5732175" y="319450"/>
              <a:ext cx="1118450" cy="1117475"/>
            </a:xfrm>
            <a:custGeom>
              <a:rect b="b" l="l" r="r" t="t"/>
              <a:pathLst>
                <a:path extrusionOk="0" h="44699" w="44738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26"/>
            <p:cNvSpPr/>
            <p:nvPr/>
          </p:nvSpPr>
          <p:spPr>
            <a:xfrm>
              <a:off x="5870250" y="381100"/>
              <a:ext cx="1118475" cy="1117450"/>
            </a:xfrm>
            <a:custGeom>
              <a:rect b="b" l="l" r="r" t="t"/>
              <a:pathLst>
                <a:path extrusionOk="0" h="44698" w="44739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26"/>
            <p:cNvSpPr/>
            <p:nvPr/>
          </p:nvSpPr>
          <p:spPr>
            <a:xfrm>
              <a:off x="4775775" y="1974875"/>
              <a:ext cx="2300825" cy="706600"/>
            </a:xfrm>
            <a:custGeom>
              <a:rect b="b" l="l" r="r" t="t"/>
              <a:pathLst>
                <a:path extrusionOk="0" h="28264" w="92033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26"/>
            <p:cNvSpPr/>
            <p:nvPr/>
          </p:nvSpPr>
          <p:spPr>
            <a:xfrm>
              <a:off x="3518100" y="2023500"/>
              <a:ext cx="149550" cy="93050"/>
            </a:xfrm>
            <a:custGeom>
              <a:rect b="b" l="l" r="r" t="t"/>
              <a:pathLst>
                <a:path extrusionOk="0" h="3722" w="5982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6"/>
            <p:cNvSpPr/>
            <p:nvPr/>
          </p:nvSpPr>
          <p:spPr>
            <a:xfrm>
              <a:off x="36305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6"/>
            <p:cNvSpPr/>
            <p:nvPr/>
          </p:nvSpPr>
          <p:spPr>
            <a:xfrm>
              <a:off x="37423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26"/>
            <p:cNvSpPr/>
            <p:nvPr/>
          </p:nvSpPr>
          <p:spPr>
            <a:xfrm>
              <a:off x="38547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26"/>
            <p:cNvSpPr/>
            <p:nvPr/>
          </p:nvSpPr>
          <p:spPr>
            <a:xfrm>
              <a:off x="39666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26"/>
            <p:cNvSpPr/>
            <p:nvPr/>
          </p:nvSpPr>
          <p:spPr>
            <a:xfrm>
              <a:off x="40784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26"/>
            <p:cNvSpPr/>
            <p:nvPr/>
          </p:nvSpPr>
          <p:spPr>
            <a:xfrm>
              <a:off x="41908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6"/>
            <p:cNvSpPr/>
            <p:nvPr/>
          </p:nvSpPr>
          <p:spPr>
            <a:xfrm>
              <a:off x="430272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6"/>
            <p:cNvSpPr/>
            <p:nvPr/>
          </p:nvSpPr>
          <p:spPr>
            <a:xfrm>
              <a:off x="27180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26"/>
            <p:cNvSpPr/>
            <p:nvPr/>
          </p:nvSpPr>
          <p:spPr>
            <a:xfrm>
              <a:off x="29258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26"/>
            <p:cNvSpPr/>
            <p:nvPr/>
          </p:nvSpPr>
          <p:spPr>
            <a:xfrm>
              <a:off x="3133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6"/>
            <p:cNvSpPr/>
            <p:nvPr/>
          </p:nvSpPr>
          <p:spPr>
            <a:xfrm>
              <a:off x="33417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6"/>
            <p:cNvSpPr/>
            <p:nvPr/>
          </p:nvSpPr>
          <p:spPr>
            <a:xfrm>
              <a:off x="3549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26"/>
            <p:cNvSpPr/>
            <p:nvPr/>
          </p:nvSpPr>
          <p:spPr>
            <a:xfrm>
              <a:off x="37572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26"/>
            <p:cNvSpPr/>
            <p:nvPr/>
          </p:nvSpPr>
          <p:spPr>
            <a:xfrm>
              <a:off x="61139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26"/>
            <p:cNvSpPr/>
            <p:nvPr/>
          </p:nvSpPr>
          <p:spPr>
            <a:xfrm>
              <a:off x="5906200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26"/>
            <p:cNvSpPr/>
            <p:nvPr/>
          </p:nvSpPr>
          <p:spPr>
            <a:xfrm>
              <a:off x="5698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26"/>
            <p:cNvSpPr/>
            <p:nvPr/>
          </p:nvSpPr>
          <p:spPr>
            <a:xfrm>
              <a:off x="54902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26"/>
            <p:cNvSpPr/>
            <p:nvPr/>
          </p:nvSpPr>
          <p:spPr>
            <a:xfrm>
              <a:off x="5282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6"/>
            <p:cNvSpPr/>
            <p:nvPr/>
          </p:nvSpPr>
          <p:spPr>
            <a:xfrm>
              <a:off x="5074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26"/>
            <p:cNvSpPr/>
            <p:nvPr/>
          </p:nvSpPr>
          <p:spPr>
            <a:xfrm>
              <a:off x="4867075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26"/>
            <p:cNvSpPr/>
            <p:nvPr/>
          </p:nvSpPr>
          <p:spPr>
            <a:xfrm>
              <a:off x="4658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26"/>
            <p:cNvSpPr/>
            <p:nvPr/>
          </p:nvSpPr>
          <p:spPr>
            <a:xfrm>
              <a:off x="48534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26"/>
            <p:cNvSpPr/>
            <p:nvPr/>
          </p:nvSpPr>
          <p:spPr>
            <a:xfrm>
              <a:off x="49407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26"/>
            <p:cNvSpPr/>
            <p:nvPr/>
          </p:nvSpPr>
          <p:spPr>
            <a:xfrm>
              <a:off x="50280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26"/>
            <p:cNvSpPr/>
            <p:nvPr/>
          </p:nvSpPr>
          <p:spPr>
            <a:xfrm>
              <a:off x="51153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26"/>
            <p:cNvSpPr/>
            <p:nvPr/>
          </p:nvSpPr>
          <p:spPr>
            <a:xfrm>
              <a:off x="52026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26"/>
            <p:cNvSpPr/>
            <p:nvPr/>
          </p:nvSpPr>
          <p:spPr>
            <a:xfrm>
              <a:off x="52899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26"/>
            <p:cNvSpPr/>
            <p:nvPr/>
          </p:nvSpPr>
          <p:spPr>
            <a:xfrm>
              <a:off x="53772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26"/>
            <p:cNvSpPr/>
            <p:nvPr/>
          </p:nvSpPr>
          <p:spPr>
            <a:xfrm>
              <a:off x="54651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26"/>
            <p:cNvSpPr/>
            <p:nvPr/>
          </p:nvSpPr>
          <p:spPr>
            <a:xfrm>
              <a:off x="5552425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26"/>
            <p:cNvSpPr/>
            <p:nvPr/>
          </p:nvSpPr>
          <p:spPr>
            <a:xfrm>
              <a:off x="56397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26"/>
            <p:cNvSpPr/>
            <p:nvPr/>
          </p:nvSpPr>
          <p:spPr>
            <a:xfrm>
              <a:off x="57270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7" name="Google Shape;527;p26"/>
          <p:cNvGrpSpPr/>
          <p:nvPr/>
        </p:nvGrpSpPr>
        <p:grpSpPr>
          <a:xfrm>
            <a:off x="-64791" y="3334954"/>
            <a:ext cx="2438787" cy="1857516"/>
            <a:chOff x="-64791" y="3334954"/>
            <a:chExt cx="2438787" cy="1857516"/>
          </a:xfrm>
        </p:grpSpPr>
        <p:sp>
          <p:nvSpPr>
            <p:cNvPr id="528" name="Google Shape;528;p26"/>
            <p:cNvSpPr/>
            <p:nvPr/>
          </p:nvSpPr>
          <p:spPr>
            <a:xfrm>
              <a:off x="153233" y="4953367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26"/>
            <p:cNvSpPr/>
            <p:nvPr/>
          </p:nvSpPr>
          <p:spPr>
            <a:xfrm>
              <a:off x="735872" y="4953367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26"/>
            <p:cNvSpPr/>
            <p:nvPr/>
          </p:nvSpPr>
          <p:spPr>
            <a:xfrm>
              <a:off x="173449" y="4953367"/>
              <a:ext cx="527044" cy="101"/>
            </a:xfrm>
            <a:custGeom>
              <a:rect b="b" l="l" r="r" t="t"/>
              <a:pathLst>
                <a:path extrusionOk="0" fill="none" h="1" w="5214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26"/>
            <p:cNvSpPr/>
            <p:nvPr/>
          </p:nvSpPr>
          <p:spPr>
            <a:xfrm>
              <a:off x="-26784" y="4811455"/>
              <a:ext cx="106541" cy="101"/>
            </a:xfrm>
            <a:custGeom>
              <a:rect b="b" l="l" r="r" t="t"/>
              <a:pathLst>
                <a:path extrusionOk="0" fill="none" h="1" w="1054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26"/>
            <p:cNvSpPr/>
            <p:nvPr/>
          </p:nvSpPr>
          <p:spPr>
            <a:xfrm>
              <a:off x="1115" y="4735444"/>
              <a:ext cx="78642" cy="101"/>
            </a:xfrm>
            <a:custGeom>
              <a:rect b="b" l="l" r="r" t="t"/>
              <a:pathLst>
                <a:path extrusionOk="0" fill="none" h="1" w="778">
                  <a:moveTo>
                    <a:pt x="778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26"/>
            <p:cNvSpPr/>
            <p:nvPr/>
          </p:nvSpPr>
          <p:spPr>
            <a:xfrm>
              <a:off x="811974" y="4755761"/>
              <a:ext cx="53372" cy="101"/>
            </a:xfrm>
            <a:custGeom>
              <a:rect b="b" l="l" r="r" t="t"/>
              <a:pathLst>
                <a:path extrusionOk="0" fill="none" h="1" w="528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26"/>
            <p:cNvSpPr/>
            <p:nvPr/>
          </p:nvSpPr>
          <p:spPr>
            <a:xfrm>
              <a:off x="459715" y="5029378"/>
              <a:ext cx="101" cy="114116"/>
            </a:xfrm>
            <a:custGeom>
              <a:rect b="b" l="l" r="r" t="t"/>
              <a:pathLst>
                <a:path extrusionOk="0" fill="none" h="1129" w="1">
                  <a:moveTo>
                    <a:pt x="1" y="0"/>
                  </a:moveTo>
                  <a:lnTo>
                    <a:pt x="1" y="1128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26"/>
            <p:cNvSpPr/>
            <p:nvPr/>
          </p:nvSpPr>
          <p:spPr>
            <a:xfrm>
              <a:off x="335585" y="5029378"/>
              <a:ext cx="101" cy="53268"/>
            </a:xfrm>
            <a:custGeom>
              <a:rect b="b" l="l" r="r" t="t"/>
              <a:pathLst>
                <a:path extrusionOk="0" fill="none" h="527" w="1">
                  <a:moveTo>
                    <a:pt x="1" y="0"/>
                  </a:moveTo>
                  <a:lnTo>
                    <a:pt x="1" y="5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26"/>
            <p:cNvSpPr/>
            <p:nvPr/>
          </p:nvSpPr>
          <p:spPr>
            <a:xfrm>
              <a:off x="244409" y="5029378"/>
              <a:ext cx="101" cy="83692"/>
            </a:xfrm>
            <a:custGeom>
              <a:rect b="b" l="l" r="r" t="t"/>
              <a:pathLst>
                <a:path extrusionOk="0" fill="none" h="828" w="1">
                  <a:moveTo>
                    <a:pt x="0" y="0"/>
                  </a:moveTo>
                  <a:lnTo>
                    <a:pt x="0" y="8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6"/>
            <p:cNvSpPr/>
            <p:nvPr/>
          </p:nvSpPr>
          <p:spPr>
            <a:xfrm>
              <a:off x="611743" y="5029378"/>
              <a:ext cx="101" cy="83692"/>
            </a:xfrm>
            <a:custGeom>
              <a:rect b="b" l="l" r="r" t="t"/>
              <a:pathLst>
                <a:path extrusionOk="0" fill="none" h="828" w="1">
                  <a:moveTo>
                    <a:pt x="0" y="0"/>
                  </a:moveTo>
                  <a:lnTo>
                    <a:pt x="0" y="8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26"/>
            <p:cNvSpPr/>
            <p:nvPr/>
          </p:nvSpPr>
          <p:spPr>
            <a:xfrm>
              <a:off x="535729" y="5029378"/>
              <a:ext cx="101" cy="63376"/>
            </a:xfrm>
            <a:custGeom>
              <a:rect b="b" l="l" r="r" t="t"/>
              <a:pathLst>
                <a:path extrusionOk="0" fill="none" h="627" w="1">
                  <a:moveTo>
                    <a:pt x="1" y="0"/>
                  </a:moveTo>
                  <a:lnTo>
                    <a:pt x="1" y="6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26"/>
            <p:cNvSpPr/>
            <p:nvPr/>
          </p:nvSpPr>
          <p:spPr>
            <a:xfrm flipH="1" rot="5400000">
              <a:off x="1339300" y="4319646"/>
              <a:ext cx="345501" cy="1400147"/>
            </a:xfrm>
            <a:custGeom>
              <a:rect b="b" l="l" r="r" t="t"/>
              <a:pathLst>
                <a:path extrusionOk="0" fill="none" h="5390" w="1330">
                  <a:moveTo>
                    <a:pt x="1329" y="5389"/>
                  </a:moveTo>
                  <a:lnTo>
                    <a:pt x="1329" y="2808"/>
                  </a:lnTo>
                  <a:lnTo>
                    <a:pt x="1" y="1504"/>
                  </a:ln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26"/>
            <p:cNvSpPr/>
            <p:nvPr/>
          </p:nvSpPr>
          <p:spPr>
            <a:xfrm>
              <a:off x="201348" y="4418870"/>
              <a:ext cx="486510" cy="486486"/>
            </a:xfrm>
            <a:custGeom>
              <a:rect b="b" l="l" r="r" t="t"/>
              <a:pathLst>
                <a:path extrusionOk="0" fill="none" h="4813" w="4813">
                  <a:moveTo>
                    <a:pt x="0" y="0"/>
                  </a:moveTo>
                  <a:lnTo>
                    <a:pt x="4812" y="0"/>
                  </a:lnTo>
                  <a:lnTo>
                    <a:pt x="4812" y="4812"/>
                  </a:lnTo>
                  <a:lnTo>
                    <a:pt x="0" y="4812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26"/>
            <p:cNvSpPr/>
            <p:nvPr/>
          </p:nvSpPr>
          <p:spPr>
            <a:xfrm>
              <a:off x="282416" y="4499934"/>
              <a:ext cx="324374" cy="324358"/>
            </a:xfrm>
            <a:custGeom>
              <a:rect b="b" l="l" r="r" t="t"/>
              <a:pathLst>
                <a:path extrusionOk="0" h="3209" w="3209">
                  <a:moveTo>
                    <a:pt x="0" y="0"/>
                  </a:moveTo>
                  <a:lnTo>
                    <a:pt x="0" y="3208"/>
                  </a:lnTo>
                  <a:lnTo>
                    <a:pt x="3208" y="3208"/>
                  </a:lnTo>
                  <a:lnTo>
                    <a:pt x="3208" y="0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26"/>
            <p:cNvSpPr/>
            <p:nvPr/>
          </p:nvSpPr>
          <p:spPr>
            <a:xfrm>
              <a:off x="153233" y="4388445"/>
              <a:ext cx="101" cy="527018"/>
            </a:xfrm>
            <a:custGeom>
              <a:rect b="b" l="l" r="r" t="t"/>
              <a:pathLst>
                <a:path extrusionOk="0" fill="none" h="5214" w="1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26"/>
            <p:cNvSpPr/>
            <p:nvPr/>
          </p:nvSpPr>
          <p:spPr>
            <a:xfrm>
              <a:off x="153233" y="4370656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26"/>
            <p:cNvSpPr/>
            <p:nvPr/>
          </p:nvSpPr>
          <p:spPr>
            <a:xfrm>
              <a:off x="191139" y="4370656"/>
              <a:ext cx="527145" cy="101"/>
            </a:xfrm>
            <a:custGeom>
              <a:rect b="b" l="l" r="r" t="t"/>
              <a:pathLst>
                <a:path extrusionOk="0" fill="none" h="1" w="5215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26"/>
            <p:cNvSpPr/>
            <p:nvPr/>
          </p:nvSpPr>
          <p:spPr>
            <a:xfrm>
              <a:off x="735872" y="4370656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6"/>
            <p:cNvSpPr/>
            <p:nvPr/>
          </p:nvSpPr>
          <p:spPr>
            <a:xfrm>
              <a:off x="735872" y="4406134"/>
              <a:ext cx="101" cy="527018"/>
            </a:xfrm>
            <a:custGeom>
              <a:rect b="b" l="l" r="r" t="t"/>
              <a:pathLst>
                <a:path extrusionOk="0" fill="none" h="5214" w="1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26"/>
            <p:cNvSpPr/>
            <p:nvPr/>
          </p:nvSpPr>
          <p:spPr>
            <a:xfrm>
              <a:off x="79746" y="4297273"/>
              <a:ext cx="732242" cy="729678"/>
            </a:xfrm>
            <a:custGeom>
              <a:rect b="b" l="l" r="r" t="t"/>
              <a:pathLst>
                <a:path extrusionOk="0" fill="none" h="7219" w="7244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6"/>
            <p:cNvSpPr/>
            <p:nvPr/>
          </p:nvSpPr>
          <p:spPr>
            <a:xfrm>
              <a:off x="331917" y="3334954"/>
              <a:ext cx="201068" cy="201068"/>
            </a:xfrm>
            <a:custGeom>
              <a:rect b="b" l="l" r="r" t="t"/>
              <a:pathLst>
                <a:path extrusionOk="0" fill="none" h="1204" w="1204">
                  <a:moveTo>
                    <a:pt x="602" y="0"/>
                  </a:moveTo>
                  <a:cubicBezTo>
                    <a:pt x="928" y="0"/>
                    <a:pt x="1204" y="276"/>
                    <a:pt x="1204" y="602"/>
                  </a:cubicBezTo>
                  <a:cubicBezTo>
                    <a:pt x="1204" y="928"/>
                    <a:pt x="928" y="1203"/>
                    <a:pt x="602" y="1203"/>
                  </a:cubicBezTo>
                  <a:cubicBezTo>
                    <a:pt x="276" y="1203"/>
                    <a:pt x="1" y="928"/>
                    <a:pt x="1" y="602"/>
                  </a:cubicBezTo>
                  <a:cubicBezTo>
                    <a:pt x="1" y="276"/>
                    <a:pt x="276" y="0"/>
                    <a:pt x="602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9" name="Google Shape;549;p26"/>
            <p:cNvCxnSpPr/>
            <p:nvPr/>
          </p:nvCxnSpPr>
          <p:spPr>
            <a:xfrm rot="10800000">
              <a:off x="432450" y="3536025"/>
              <a:ext cx="0" cy="764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0" name="Google Shape;550;p26"/>
            <p:cNvSpPr/>
            <p:nvPr/>
          </p:nvSpPr>
          <p:spPr>
            <a:xfrm>
              <a:off x="553421" y="3371325"/>
              <a:ext cx="163326" cy="921005"/>
            </a:xfrm>
            <a:custGeom>
              <a:rect b="b" l="l" r="r" t="t"/>
              <a:pathLst>
                <a:path extrusionOk="0" fill="none" h="5515" w="978">
                  <a:moveTo>
                    <a:pt x="0" y="5514"/>
                  </a:moveTo>
                  <a:lnTo>
                    <a:pt x="0" y="3509"/>
                  </a:lnTo>
                  <a:lnTo>
                    <a:pt x="977" y="2532"/>
                  </a:lnTo>
                  <a:lnTo>
                    <a:pt x="977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26"/>
            <p:cNvSpPr/>
            <p:nvPr/>
          </p:nvSpPr>
          <p:spPr>
            <a:xfrm>
              <a:off x="133388" y="3392200"/>
              <a:ext cx="222110" cy="900130"/>
            </a:xfrm>
            <a:custGeom>
              <a:rect b="b" l="l" r="r" t="t"/>
              <a:pathLst>
                <a:path extrusionOk="0" fill="none" h="5390" w="1330">
                  <a:moveTo>
                    <a:pt x="1329" y="5389"/>
                  </a:moveTo>
                  <a:lnTo>
                    <a:pt x="1329" y="2808"/>
                  </a:lnTo>
                  <a:lnTo>
                    <a:pt x="1" y="1504"/>
                  </a:ln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26"/>
            <p:cNvSpPr/>
            <p:nvPr/>
          </p:nvSpPr>
          <p:spPr>
            <a:xfrm>
              <a:off x="279842" y="3919750"/>
              <a:ext cx="167" cy="372577"/>
            </a:xfrm>
            <a:custGeom>
              <a:rect b="b" l="l" r="r" t="t"/>
              <a:pathLst>
                <a:path extrusionOk="0" fill="none" h="2231" w="1">
                  <a:moveTo>
                    <a:pt x="1" y="2231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6"/>
            <p:cNvSpPr/>
            <p:nvPr/>
          </p:nvSpPr>
          <p:spPr>
            <a:xfrm>
              <a:off x="647217" y="3919750"/>
              <a:ext cx="167" cy="372577"/>
            </a:xfrm>
            <a:custGeom>
              <a:rect b="b" l="l" r="r" t="t"/>
              <a:pathLst>
                <a:path extrusionOk="0" fill="none" h="2231" w="1">
                  <a:moveTo>
                    <a:pt x="0" y="2231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26"/>
            <p:cNvSpPr/>
            <p:nvPr/>
          </p:nvSpPr>
          <p:spPr>
            <a:xfrm>
              <a:off x="-64791" y="4659535"/>
              <a:ext cx="144548" cy="101"/>
            </a:xfrm>
            <a:custGeom>
              <a:rect b="b" l="l" r="r" t="t"/>
              <a:pathLst>
                <a:path extrusionOk="0" fill="none" h="1" w="1430">
                  <a:moveTo>
                    <a:pt x="1430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26"/>
            <p:cNvSpPr/>
            <p:nvPr/>
          </p:nvSpPr>
          <p:spPr>
            <a:xfrm>
              <a:off x="11223" y="4537939"/>
              <a:ext cx="68534" cy="101"/>
            </a:xfrm>
            <a:custGeom>
              <a:rect b="b" l="l" r="r" t="t"/>
              <a:pathLst>
                <a:path extrusionOk="0" fill="none" h="1" w="678">
                  <a:moveTo>
                    <a:pt x="67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26"/>
            <p:cNvSpPr/>
            <p:nvPr/>
          </p:nvSpPr>
          <p:spPr>
            <a:xfrm>
              <a:off x="-26784" y="4444139"/>
              <a:ext cx="106541" cy="101"/>
            </a:xfrm>
            <a:custGeom>
              <a:rect b="b" l="l" r="r" t="t"/>
              <a:pathLst>
                <a:path extrusionOk="0" fill="none" h="1" w="1054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26"/>
            <p:cNvSpPr/>
            <p:nvPr/>
          </p:nvSpPr>
          <p:spPr>
            <a:xfrm>
              <a:off x="811974" y="4479617"/>
              <a:ext cx="83696" cy="101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26"/>
            <p:cNvSpPr/>
            <p:nvPr/>
          </p:nvSpPr>
          <p:spPr>
            <a:xfrm>
              <a:off x="811974" y="4555627"/>
              <a:ext cx="63480" cy="101"/>
            </a:xfrm>
            <a:custGeom>
              <a:rect b="b" l="l" r="r" t="t"/>
              <a:pathLst>
                <a:path extrusionOk="0" fill="none" h="1" w="628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26"/>
            <p:cNvSpPr/>
            <p:nvPr/>
          </p:nvSpPr>
          <p:spPr>
            <a:xfrm rot="5400000">
              <a:off x="2172928" y="4531170"/>
              <a:ext cx="201068" cy="201068"/>
            </a:xfrm>
            <a:custGeom>
              <a:rect b="b" l="l" r="r" t="t"/>
              <a:pathLst>
                <a:path extrusionOk="0" fill="none" h="1204" w="1204">
                  <a:moveTo>
                    <a:pt x="602" y="0"/>
                  </a:moveTo>
                  <a:cubicBezTo>
                    <a:pt x="928" y="0"/>
                    <a:pt x="1204" y="276"/>
                    <a:pt x="1204" y="602"/>
                  </a:cubicBezTo>
                  <a:cubicBezTo>
                    <a:pt x="1204" y="928"/>
                    <a:pt x="928" y="1203"/>
                    <a:pt x="602" y="1203"/>
                  </a:cubicBezTo>
                  <a:cubicBezTo>
                    <a:pt x="276" y="1203"/>
                    <a:pt x="1" y="928"/>
                    <a:pt x="1" y="602"/>
                  </a:cubicBezTo>
                  <a:cubicBezTo>
                    <a:pt x="1" y="276"/>
                    <a:pt x="276" y="0"/>
                    <a:pt x="602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0" name="Google Shape;560;p26"/>
            <p:cNvCxnSpPr/>
            <p:nvPr/>
          </p:nvCxnSpPr>
          <p:spPr>
            <a:xfrm>
              <a:off x="809451" y="4631704"/>
              <a:ext cx="1366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61" name="Google Shape;561;p26"/>
          <p:cNvGrpSpPr/>
          <p:nvPr/>
        </p:nvGrpSpPr>
        <p:grpSpPr>
          <a:xfrm>
            <a:off x="5266248" y="4568869"/>
            <a:ext cx="3157758" cy="296582"/>
            <a:chOff x="5266248" y="4230494"/>
            <a:chExt cx="3157758" cy="296582"/>
          </a:xfrm>
        </p:grpSpPr>
        <p:sp>
          <p:nvSpPr>
            <p:cNvPr id="562" name="Google Shape;562;p26"/>
            <p:cNvSpPr/>
            <p:nvPr/>
          </p:nvSpPr>
          <p:spPr>
            <a:xfrm>
              <a:off x="526624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26"/>
            <p:cNvSpPr/>
            <p:nvPr/>
          </p:nvSpPr>
          <p:spPr>
            <a:xfrm>
              <a:off x="5459599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26"/>
            <p:cNvSpPr/>
            <p:nvPr/>
          </p:nvSpPr>
          <p:spPr>
            <a:xfrm>
              <a:off x="5649735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26"/>
            <p:cNvSpPr/>
            <p:nvPr/>
          </p:nvSpPr>
          <p:spPr>
            <a:xfrm>
              <a:off x="5839743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26"/>
            <p:cNvSpPr/>
            <p:nvPr/>
          </p:nvSpPr>
          <p:spPr>
            <a:xfrm>
              <a:off x="6029880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26"/>
            <p:cNvSpPr/>
            <p:nvPr/>
          </p:nvSpPr>
          <p:spPr>
            <a:xfrm>
              <a:off x="6220016" y="4230494"/>
              <a:ext cx="106446" cy="296582"/>
            </a:xfrm>
            <a:custGeom>
              <a:rect b="b" l="l" r="r" t="t"/>
              <a:pathLst>
                <a:path extrusionOk="0" h="2307" w="828">
                  <a:moveTo>
                    <a:pt x="0" y="0"/>
                  </a:moveTo>
                  <a:lnTo>
                    <a:pt x="0" y="2306"/>
                  </a:lnTo>
                  <a:lnTo>
                    <a:pt x="827" y="2306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26"/>
            <p:cNvSpPr/>
            <p:nvPr/>
          </p:nvSpPr>
          <p:spPr>
            <a:xfrm>
              <a:off x="641323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26"/>
            <p:cNvSpPr/>
            <p:nvPr/>
          </p:nvSpPr>
          <p:spPr>
            <a:xfrm>
              <a:off x="6603375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26"/>
            <p:cNvSpPr/>
            <p:nvPr/>
          </p:nvSpPr>
          <p:spPr>
            <a:xfrm>
              <a:off x="679351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6"/>
            <p:cNvSpPr/>
            <p:nvPr/>
          </p:nvSpPr>
          <p:spPr>
            <a:xfrm>
              <a:off x="698364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26"/>
            <p:cNvSpPr/>
            <p:nvPr/>
          </p:nvSpPr>
          <p:spPr>
            <a:xfrm>
              <a:off x="7176870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26"/>
            <p:cNvSpPr/>
            <p:nvPr/>
          </p:nvSpPr>
          <p:spPr>
            <a:xfrm>
              <a:off x="7367006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26"/>
            <p:cNvSpPr/>
            <p:nvPr/>
          </p:nvSpPr>
          <p:spPr>
            <a:xfrm>
              <a:off x="7557143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26"/>
            <p:cNvSpPr/>
            <p:nvPr/>
          </p:nvSpPr>
          <p:spPr>
            <a:xfrm>
              <a:off x="774715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26"/>
            <p:cNvSpPr/>
            <p:nvPr/>
          </p:nvSpPr>
          <p:spPr>
            <a:xfrm>
              <a:off x="794050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26"/>
            <p:cNvSpPr/>
            <p:nvPr/>
          </p:nvSpPr>
          <p:spPr>
            <a:xfrm>
              <a:off x="813063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6"/>
            <p:cNvSpPr/>
            <p:nvPr/>
          </p:nvSpPr>
          <p:spPr>
            <a:xfrm>
              <a:off x="8320774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9" name="Google Shape;579;p26"/>
          <p:cNvGrpSpPr/>
          <p:nvPr/>
        </p:nvGrpSpPr>
        <p:grpSpPr>
          <a:xfrm>
            <a:off x="7723214" y="1254245"/>
            <a:ext cx="1068186" cy="967252"/>
            <a:chOff x="7723214" y="1254245"/>
            <a:chExt cx="1068186" cy="967252"/>
          </a:xfrm>
        </p:grpSpPr>
        <p:grpSp>
          <p:nvGrpSpPr>
            <p:cNvPr id="580" name="Google Shape;580;p26"/>
            <p:cNvGrpSpPr/>
            <p:nvPr/>
          </p:nvGrpSpPr>
          <p:grpSpPr>
            <a:xfrm>
              <a:off x="7883587" y="1867634"/>
              <a:ext cx="352280" cy="353863"/>
              <a:chOff x="1448125" y="1450525"/>
              <a:chExt cx="133500" cy="134100"/>
            </a:xfrm>
          </p:grpSpPr>
          <p:sp>
            <p:nvSpPr>
              <p:cNvPr id="581" name="Google Shape;581;p26"/>
              <p:cNvSpPr/>
              <p:nvPr/>
            </p:nvSpPr>
            <p:spPr>
              <a:xfrm>
                <a:off x="1448125" y="1450525"/>
                <a:ext cx="133500" cy="134100"/>
              </a:xfrm>
              <a:custGeom>
                <a:rect b="b" l="l" r="r" t="t"/>
                <a:pathLst>
                  <a:path extrusionOk="0" h="5364" w="5340">
                    <a:moveTo>
                      <a:pt x="2457" y="1"/>
                    </a:moveTo>
                    <a:lnTo>
                      <a:pt x="2256" y="452"/>
                    </a:lnTo>
                    <a:cubicBezTo>
                      <a:pt x="2056" y="502"/>
                      <a:pt x="1855" y="577"/>
                      <a:pt x="1680" y="652"/>
                    </a:cubicBezTo>
                    <a:lnTo>
                      <a:pt x="1229" y="427"/>
                    </a:lnTo>
                    <a:cubicBezTo>
                      <a:pt x="1003" y="552"/>
                      <a:pt x="803" y="727"/>
                      <a:pt x="627" y="928"/>
                    </a:cubicBezTo>
                    <a:lnTo>
                      <a:pt x="828" y="1404"/>
                    </a:lnTo>
                    <a:cubicBezTo>
                      <a:pt x="703" y="1579"/>
                      <a:pt x="602" y="1755"/>
                      <a:pt x="527" y="1955"/>
                    </a:cubicBezTo>
                    <a:lnTo>
                      <a:pt x="51" y="2081"/>
                    </a:lnTo>
                    <a:cubicBezTo>
                      <a:pt x="26" y="2281"/>
                      <a:pt x="1" y="2482"/>
                      <a:pt x="1" y="2682"/>
                    </a:cubicBezTo>
                    <a:cubicBezTo>
                      <a:pt x="1" y="2757"/>
                      <a:pt x="1" y="2808"/>
                      <a:pt x="1" y="2883"/>
                    </a:cubicBezTo>
                    <a:lnTo>
                      <a:pt x="452" y="3083"/>
                    </a:lnTo>
                    <a:cubicBezTo>
                      <a:pt x="502" y="3284"/>
                      <a:pt x="552" y="3484"/>
                      <a:pt x="652" y="3685"/>
                    </a:cubicBezTo>
                    <a:lnTo>
                      <a:pt x="402" y="4111"/>
                    </a:lnTo>
                    <a:cubicBezTo>
                      <a:pt x="552" y="4336"/>
                      <a:pt x="728" y="4537"/>
                      <a:pt x="928" y="4712"/>
                    </a:cubicBezTo>
                    <a:lnTo>
                      <a:pt x="1379" y="4537"/>
                    </a:lnTo>
                    <a:cubicBezTo>
                      <a:pt x="1555" y="4637"/>
                      <a:pt x="1755" y="4737"/>
                      <a:pt x="1956" y="4813"/>
                    </a:cubicBezTo>
                    <a:lnTo>
                      <a:pt x="2081" y="5289"/>
                    </a:lnTo>
                    <a:cubicBezTo>
                      <a:pt x="2282" y="5339"/>
                      <a:pt x="2457" y="5364"/>
                      <a:pt x="2657" y="5364"/>
                    </a:cubicBezTo>
                    <a:cubicBezTo>
                      <a:pt x="2733" y="5364"/>
                      <a:pt x="2808" y="5364"/>
                      <a:pt x="2883" y="5339"/>
                    </a:cubicBezTo>
                    <a:lnTo>
                      <a:pt x="3084" y="4888"/>
                    </a:lnTo>
                    <a:cubicBezTo>
                      <a:pt x="3284" y="4863"/>
                      <a:pt x="3485" y="4787"/>
                      <a:pt x="3660" y="4687"/>
                    </a:cubicBezTo>
                    <a:lnTo>
                      <a:pt x="4111" y="4938"/>
                    </a:lnTo>
                    <a:cubicBezTo>
                      <a:pt x="4337" y="4787"/>
                      <a:pt x="4537" y="4612"/>
                      <a:pt x="4713" y="4412"/>
                    </a:cubicBezTo>
                    <a:lnTo>
                      <a:pt x="4512" y="3960"/>
                    </a:lnTo>
                    <a:cubicBezTo>
                      <a:pt x="4637" y="3785"/>
                      <a:pt x="4738" y="3610"/>
                      <a:pt x="4813" y="3409"/>
                    </a:cubicBezTo>
                    <a:lnTo>
                      <a:pt x="5289" y="3259"/>
                    </a:lnTo>
                    <a:cubicBezTo>
                      <a:pt x="5314" y="3083"/>
                      <a:pt x="5339" y="2883"/>
                      <a:pt x="5339" y="2682"/>
                    </a:cubicBezTo>
                    <a:cubicBezTo>
                      <a:pt x="5339" y="2607"/>
                      <a:pt x="5339" y="2532"/>
                      <a:pt x="5339" y="2482"/>
                    </a:cubicBezTo>
                    <a:lnTo>
                      <a:pt x="4888" y="2281"/>
                    </a:lnTo>
                    <a:cubicBezTo>
                      <a:pt x="4838" y="2056"/>
                      <a:pt x="4788" y="1855"/>
                      <a:pt x="4688" y="1680"/>
                    </a:cubicBezTo>
                    <a:lnTo>
                      <a:pt x="4938" y="1254"/>
                    </a:lnTo>
                    <a:cubicBezTo>
                      <a:pt x="4788" y="1028"/>
                      <a:pt x="4612" y="828"/>
                      <a:pt x="4412" y="652"/>
                    </a:cubicBezTo>
                    <a:lnTo>
                      <a:pt x="3961" y="828"/>
                    </a:lnTo>
                    <a:cubicBezTo>
                      <a:pt x="3785" y="702"/>
                      <a:pt x="3585" y="602"/>
                      <a:pt x="3384" y="552"/>
                    </a:cubicBezTo>
                    <a:lnTo>
                      <a:pt x="3259" y="76"/>
                    </a:lnTo>
                    <a:cubicBezTo>
                      <a:pt x="3058" y="26"/>
                      <a:pt x="2883" y="1"/>
                      <a:pt x="26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26"/>
              <p:cNvSpPr/>
              <p:nvPr/>
            </p:nvSpPr>
            <p:spPr>
              <a:xfrm>
                <a:off x="1476325" y="1479350"/>
                <a:ext cx="77100" cy="76475"/>
              </a:xfrm>
              <a:custGeom>
                <a:rect b="b" l="l" r="r" t="t"/>
                <a:pathLst>
                  <a:path extrusionOk="0" h="3059" w="3084">
                    <a:moveTo>
                      <a:pt x="1529" y="0"/>
                    </a:moveTo>
                    <a:cubicBezTo>
                      <a:pt x="702" y="0"/>
                      <a:pt x="1" y="677"/>
                      <a:pt x="1" y="1529"/>
                    </a:cubicBezTo>
                    <a:cubicBezTo>
                      <a:pt x="1" y="2381"/>
                      <a:pt x="702" y="3058"/>
                      <a:pt x="1529" y="3058"/>
                    </a:cubicBezTo>
                    <a:cubicBezTo>
                      <a:pt x="2382" y="3058"/>
                      <a:pt x="3083" y="2381"/>
                      <a:pt x="3083" y="1529"/>
                    </a:cubicBezTo>
                    <a:cubicBezTo>
                      <a:pt x="3083" y="677"/>
                      <a:pt x="2382" y="0"/>
                      <a:pt x="15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3" name="Google Shape;583;p26"/>
            <p:cNvGrpSpPr/>
            <p:nvPr/>
          </p:nvGrpSpPr>
          <p:grpSpPr>
            <a:xfrm>
              <a:off x="8239099" y="1536926"/>
              <a:ext cx="552301" cy="552301"/>
              <a:chOff x="1582850" y="1325200"/>
              <a:chExt cx="209300" cy="209300"/>
            </a:xfrm>
          </p:grpSpPr>
          <p:sp>
            <p:nvSpPr>
              <p:cNvPr id="584" name="Google Shape;584;p26"/>
              <p:cNvSpPr/>
              <p:nvPr/>
            </p:nvSpPr>
            <p:spPr>
              <a:xfrm>
                <a:off x="1582850" y="1325200"/>
                <a:ext cx="209300" cy="209300"/>
              </a:xfrm>
              <a:custGeom>
                <a:rect b="b" l="l" r="r" t="t"/>
                <a:pathLst>
                  <a:path extrusionOk="0" h="8372" w="8372">
                    <a:moveTo>
                      <a:pt x="4111" y="1"/>
                    </a:moveTo>
                    <a:cubicBezTo>
                      <a:pt x="3810" y="1"/>
                      <a:pt x="3509" y="26"/>
                      <a:pt x="3208" y="101"/>
                    </a:cubicBezTo>
                    <a:cubicBezTo>
                      <a:pt x="3083" y="126"/>
                      <a:pt x="2983" y="176"/>
                      <a:pt x="2883" y="201"/>
                    </a:cubicBezTo>
                    <a:lnTo>
                      <a:pt x="2757" y="953"/>
                    </a:lnTo>
                    <a:cubicBezTo>
                      <a:pt x="2456" y="1104"/>
                      <a:pt x="2181" y="1279"/>
                      <a:pt x="1930" y="1480"/>
                    </a:cubicBezTo>
                    <a:lnTo>
                      <a:pt x="1178" y="1279"/>
                    </a:lnTo>
                    <a:cubicBezTo>
                      <a:pt x="878" y="1580"/>
                      <a:pt x="652" y="1931"/>
                      <a:pt x="451" y="2282"/>
                    </a:cubicBezTo>
                    <a:lnTo>
                      <a:pt x="903" y="2933"/>
                    </a:lnTo>
                    <a:cubicBezTo>
                      <a:pt x="777" y="3234"/>
                      <a:pt x="702" y="3560"/>
                      <a:pt x="677" y="3886"/>
                    </a:cubicBezTo>
                    <a:lnTo>
                      <a:pt x="0" y="4262"/>
                    </a:lnTo>
                    <a:cubicBezTo>
                      <a:pt x="0" y="4562"/>
                      <a:pt x="50" y="4863"/>
                      <a:pt x="126" y="5189"/>
                    </a:cubicBezTo>
                    <a:cubicBezTo>
                      <a:pt x="151" y="5289"/>
                      <a:pt x="176" y="5389"/>
                      <a:pt x="201" y="5490"/>
                    </a:cubicBezTo>
                    <a:lnTo>
                      <a:pt x="978" y="5615"/>
                    </a:lnTo>
                    <a:cubicBezTo>
                      <a:pt x="1103" y="5941"/>
                      <a:pt x="1279" y="6217"/>
                      <a:pt x="1504" y="6442"/>
                    </a:cubicBezTo>
                    <a:lnTo>
                      <a:pt x="1279" y="7194"/>
                    </a:lnTo>
                    <a:cubicBezTo>
                      <a:pt x="1579" y="7495"/>
                      <a:pt x="1930" y="7745"/>
                      <a:pt x="2306" y="7921"/>
                    </a:cubicBezTo>
                    <a:lnTo>
                      <a:pt x="2933" y="7470"/>
                    </a:lnTo>
                    <a:cubicBezTo>
                      <a:pt x="3233" y="7595"/>
                      <a:pt x="3559" y="7670"/>
                      <a:pt x="3885" y="7695"/>
                    </a:cubicBezTo>
                    <a:lnTo>
                      <a:pt x="4261" y="8372"/>
                    </a:lnTo>
                    <a:cubicBezTo>
                      <a:pt x="4562" y="8372"/>
                      <a:pt x="4888" y="8322"/>
                      <a:pt x="5188" y="8247"/>
                    </a:cubicBezTo>
                    <a:cubicBezTo>
                      <a:pt x="5289" y="8222"/>
                      <a:pt x="5389" y="8196"/>
                      <a:pt x="5489" y="8171"/>
                    </a:cubicBezTo>
                    <a:lnTo>
                      <a:pt x="5639" y="7394"/>
                    </a:lnTo>
                    <a:cubicBezTo>
                      <a:pt x="5940" y="7269"/>
                      <a:pt x="6216" y="7094"/>
                      <a:pt x="6467" y="6893"/>
                    </a:cubicBezTo>
                    <a:lnTo>
                      <a:pt x="7218" y="7094"/>
                    </a:lnTo>
                    <a:cubicBezTo>
                      <a:pt x="7494" y="6793"/>
                      <a:pt x="7745" y="6442"/>
                      <a:pt x="7920" y="6066"/>
                    </a:cubicBezTo>
                    <a:lnTo>
                      <a:pt x="7494" y="5440"/>
                    </a:lnTo>
                    <a:cubicBezTo>
                      <a:pt x="7594" y="5139"/>
                      <a:pt x="7670" y="4813"/>
                      <a:pt x="7695" y="4487"/>
                    </a:cubicBezTo>
                    <a:lnTo>
                      <a:pt x="8371" y="4111"/>
                    </a:lnTo>
                    <a:cubicBezTo>
                      <a:pt x="8371" y="3810"/>
                      <a:pt x="8346" y="3485"/>
                      <a:pt x="8271" y="3184"/>
                    </a:cubicBezTo>
                    <a:cubicBezTo>
                      <a:pt x="8246" y="3084"/>
                      <a:pt x="8196" y="2983"/>
                      <a:pt x="8171" y="2883"/>
                    </a:cubicBezTo>
                    <a:lnTo>
                      <a:pt x="7419" y="2758"/>
                    </a:lnTo>
                    <a:cubicBezTo>
                      <a:pt x="7269" y="2432"/>
                      <a:pt x="7093" y="2156"/>
                      <a:pt x="6893" y="1906"/>
                    </a:cubicBezTo>
                    <a:lnTo>
                      <a:pt x="7093" y="1179"/>
                    </a:lnTo>
                    <a:cubicBezTo>
                      <a:pt x="6792" y="878"/>
                      <a:pt x="6467" y="628"/>
                      <a:pt x="6091" y="452"/>
                    </a:cubicBezTo>
                    <a:lnTo>
                      <a:pt x="5439" y="903"/>
                    </a:lnTo>
                    <a:cubicBezTo>
                      <a:pt x="5138" y="778"/>
                      <a:pt x="4812" y="703"/>
                      <a:pt x="4487" y="678"/>
                    </a:cubicBezTo>
                    <a:lnTo>
                      <a:pt x="4111" y="1"/>
                    </a:lnTo>
                    <a:close/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26"/>
              <p:cNvSpPr/>
              <p:nvPr/>
            </p:nvSpPr>
            <p:spPr>
              <a:xfrm>
                <a:off x="1621075" y="1369750"/>
                <a:ext cx="132850" cy="120200"/>
              </a:xfrm>
              <a:custGeom>
                <a:rect b="b" l="l" r="r" t="t"/>
                <a:pathLst>
                  <a:path extrusionOk="0" h="4808" w="5314">
                    <a:moveTo>
                      <a:pt x="2667" y="1"/>
                    </a:moveTo>
                    <a:cubicBezTo>
                      <a:pt x="2474" y="1"/>
                      <a:pt x="2277" y="24"/>
                      <a:pt x="2080" y="74"/>
                    </a:cubicBezTo>
                    <a:cubicBezTo>
                      <a:pt x="802" y="374"/>
                      <a:pt x="0" y="1678"/>
                      <a:pt x="326" y="2981"/>
                    </a:cubicBezTo>
                    <a:cubicBezTo>
                      <a:pt x="603" y="4066"/>
                      <a:pt x="1584" y="4808"/>
                      <a:pt x="2656" y="4808"/>
                    </a:cubicBezTo>
                    <a:cubicBezTo>
                      <a:pt x="2847" y="4808"/>
                      <a:pt x="3040" y="4784"/>
                      <a:pt x="3233" y="4735"/>
                    </a:cubicBezTo>
                    <a:cubicBezTo>
                      <a:pt x="4511" y="4435"/>
                      <a:pt x="5313" y="3131"/>
                      <a:pt x="4988" y="1828"/>
                    </a:cubicBezTo>
                    <a:cubicBezTo>
                      <a:pt x="4732" y="743"/>
                      <a:pt x="3754" y="1"/>
                      <a:pt x="2667" y="1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26"/>
              <p:cNvSpPr/>
              <p:nvPr/>
            </p:nvSpPr>
            <p:spPr>
              <a:xfrm>
                <a:off x="1643000" y="1389100"/>
                <a:ext cx="89625" cy="81300"/>
              </a:xfrm>
              <a:custGeom>
                <a:rect b="b" l="l" r="r" t="t"/>
                <a:pathLst>
                  <a:path extrusionOk="0" h="3252" w="3585">
                    <a:moveTo>
                      <a:pt x="1801" y="1"/>
                    </a:moveTo>
                    <a:cubicBezTo>
                      <a:pt x="1670" y="1"/>
                      <a:pt x="1537" y="17"/>
                      <a:pt x="1404" y="51"/>
                    </a:cubicBezTo>
                    <a:cubicBezTo>
                      <a:pt x="527" y="252"/>
                      <a:pt x="0" y="1154"/>
                      <a:pt x="201" y="2006"/>
                    </a:cubicBezTo>
                    <a:cubicBezTo>
                      <a:pt x="394" y="2758"/>
                      <a:pt x="1066" y="3252"/>
                      <a:pt x="1806" y="3252"/>
                    </a:cubicBezTo>
                    <a:cubicBezTo>
                      <a:pt x="1930" y="3252"/>
                      <a:pt x="2055" y="3238"/>
                      <a:pt x="2181" y="3209"/>
                    </a:cubicBezTo>
                    <a:cubicBezTo>
                      <a:pt x="3033" y="2984"/>
                      <a:pt x="3584" y="2107"/>
                      <a:pt x="3359" y="1254"/>
                    </a:cubicBezTo>
                    <a:cubicBezTo>
                      <a:pt x="3189" y="510"/>
                      <a:pt x="2532" y="1"/>
                      <a:pt x="18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26"/>
              <p:cNvSpPr/>
              <p:nvPr/>
            </p:nvSpPr>
            <p:spPr>
              <a:xfrm>
                <a:off x="1664925" y="1409050"/>
                <a:ext cx="45775" cy="41425"/>
              </a:xfrm>
              <a:custGeom>
                <a:rect b="b" l="l" r="r" t="t"/>
                <a:pathLst>
                  <a:path extrusionOk="0" h="1657" w="1831">
                    <a:moveTo>
                      <a:pt x="922" y="0"/>
                    </a:moveTo>
                    <a:cubicBezTo>
                      <a:pt x="850" y="0"/>
                      <a:pt x="776" y="10"/>
                      <a:pt x="702" y="30"/>
                    </a:cubicBezTo>
                    <a:cubicBezTo>
                      <a:pt x="276" y="131"/>
                      <a:pt x="1" y="582"/>
                      <a:pt x="101" y="1033"/>
                    </a:cubicBezTo>
                    <a:cubicBezTo>
                      <a:pt x="186" y="1418"/>
                      <a:pt x="527" y="1656"/>
                      <a:pt x="905" y="1656"/>
                    </a:cubicBezTo>
                    <a:cubicBezTo>
                      <a:pt x="970" y="1656"/>
                      <a:pt x="1037" y="1649"/>
                      <a:pt x="1103" y="1634"/>
                    </a:cubicBezTo>
                    <a:cubicBezTo>
                      <a:pt x="1554" y="1534"/>
                      <a:pt x="1830" y="1083"/>
                      <a:pt x="1705" y="632"/>
                    </a:cubicBezTo>
                    <a:cubicBezTo>
                      <a:pt x="1621" y="255"/>
                      <a:pt x="1292" y="0"/>
                      <a:pt x="9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8" name="Google Shape;588;p26"/>
            <p:cNvGrpSpPr/>
            <p:nvPr/>
          </p:nvGrpSpPr>
          <p:grpSpPr>
            <a:xfrm>
              <a:off x="7723214" y="1254245"/>
              <a:ext cx="552301" cy="552301"/>
              <a:chOff x="1387350" y="1218075"/>
              <a:chExt cx="209300" cy="209300"/>
            </a:xfrm>
          </p:grpSpPr>
          <p:sp>
            <p:nvSpPr>
              <p:cNvPr id="589" name="Google Shape;589;p26"/>
              <p:cNvSpPr/>
              <p:nvPr/>
            </p:nvSpPr>
            <p:spPr>
              <a:xfrm>
                <a:off x="1387350" y="1218075"/>
                <a:ext cx="209300" cy="209300"/>
              </a:xfrm>
              <a:custGeom>
                <a:rect b="b" l="l" r="r" t="t"/>
                <a:pathLst>
                  <a:path extrusionOk="0" h="8372" w="8372">
                    <a:moveTo>
                      <a:pt x="3860" y="0"/>
                    </a:moveTo>
                    <a:lnTo>
                      <a:pt x="3560" y="727"/>
                    </a:lnTo>
                    <a:cubicBezTo>
                      <a:pt x="3234" y="777"/>
                      <a:pt x="2908" y="877"/>
                      <a:pt x="2632" y="1028"/>
                    </a:cubicBezTo>
                    <a:lnTo>
                      <a:pt x="1956" y="652"/>
                    </a:lnTo>
                    <a:cubicBezTo>
                      <a:pt x="1605" y="877"/>
                      <a:pt x="1279" y="1153"/>
                      <a:pt x="1003" y="1454"/>
                    </a:cubicBezTo>
                    <a:lnTo>
                      <a:pt x="1279" y="2181"/>
                    </a:lnTo>
                    <a:cubicBezTo>
                      <a:pt x="1103" y="2456"/>
                      <a:pt x="953" y="2757"/>
                      <a:pt x="853" y="3058"/>
                    </a:cubicBezTo>
                    <a:lnTo>
                      <a:pt x="101" y="3258"/>
                    </a:lnTo>
                    <a:cubicBezTo>
                      <a:pt x="26" y="3559"/>
                      <a:pt x="1" y="3860"/>
                      <a:pt x="1" y="4186"/>
                    </a:cubicBezTo>
                    <a:cubicBezTo>
                      <a:pt x="1" y="4286"/>
                      <a:pt x="1" y="4411"/>
                      <a:pt x="26" y="4512"/>
                    </a:cubicBezTo>
                    <a:lnTo>
                      <a:pt x="728" y="4812"/>
                    </a:lnTo>
                    <a:cubicBezTo>
                      <a:pt x="778" y="5163"/>
                      <a:pt x="878" y="5464"/>
                      <a:pt x="1028" y="5765"/>
                    </a:cubicBezTo>
                    <a:lnTo>
                      <a:pt x="652" y="6441"/>
                    </a:lnTo>
                    <a:cubicBezTo>
                      <a:pt x="878" y="6792"/>
                      <a:pt x="1154" y="7093"/>
                      <a:pt x="1454" y="7369"/>
                    </a:cubicBezTo>
                    <a:lnTo>
                      <a:pt x="2181" y="7093"/>
                    </a:lnTo>
                    <a:cubicBezTo>
                      <a:pt x="2457" y="7268"/>
                      <a:pt x="2758" y="7419"/>
                      <a:pt x="3058" y="7519"/>
                    </a:cubicBezTo>
                    <a:lnTo>
                      <a:pt x="3284" y="8271"/>
                    </a:lnTo>
                    <a:cubicBezTo>
                      <a:pt x="3560" y="8346"/>
                      <a:pt x="3885" y="8371"/>
                      <a:pt x="4186" y="8371"/>
                    </a:cubicBezTo>
                    <a:lnTo>
                      <a:pt x="4512" y="8371"/>
                    </a:lnTo>
                    <a:lnTo>
                      <a:pt x="4838" y="7644"/>
                    </a:lnTo>
                    <a:cubicBezTo>
                      <a:pt x="5164" y="7594"/>
                      <a:pt x="5464" y="7494"/>
                      <a:pt x="5765" y="7344"/>
                    </a:cubicBezTo>
                    <a:lnTo>
                      <a:pt x="6442" y="7720"/>
                    </a:lnTo>
                    <a:cubicBezTo>
                      <a:pt x="6793" y="7519"/>
                      <a:pt x="7093" y="7243"/>
                      <a:pt x="7369" y="6918"/>
                    </a:cubicBezTo>
                    <a:lnTo>
                      <a:pt x="7093" y="6191"/>
                    </a:lnTo>
                    <a:cubicBezTo>
                      <a:pt x="7269" y="5915"/>
                      <a:pt x="7419" y="5639"/>
                      <a:pt x="7545" y="5314"/>
                    </a:cubicBezTo>
                    <a:lnTo>
                      <a:pt x="8271" y="5113"/>
                    </a:lnTo>
                    <a:cubicBezTo>
                      <a:pt x="8347" y="4812"/>
                      <a:pt x="8372" y="4512"/>
                      <a:pt x="8372" y="4186"/>
                    </a:cubicBezTo>
                    <a:cubicBezTo>
                      <a:pt x="8372" y="4085"/>
                      <a:pt x="8372" y="3985"/>
                      <a:pt x="8372" y="3860"/>
                    </a:cubicBezTo>
                    <a:lnTo>
                      <a:pt x="7670" y="3559"/>
                    </a:lnTo>
                    <a:cubicBezTo>
                      <a:pt x="7595" y="3233"/>
                      <a:pt x="7494" y="2907"/>
                      <a:pt x="7344" y="2632"/>
                    </a:cubicBezTo>
                    <a:lnTo>
                      <a:pt x="7745" y="1955"/>
                    </a:lnTo>
                    <a:cubicBezTo>
                      <a:pt x="7520" y="1604"/>
                      <a:pt x="7244" y="1278"/>
                      <a:pt x="6918" y="1003"/>
                    </a:cubicBezTo>
                    <a:lnTo>
                      <a:pt x="6191" y="1278"/>
                    </a:lnTo>
                    <a:cubicBezTo>
                      <a:pt x="5941" y="1103"/>
                      <a:pt x="5640" y="953"/>
                      <a:pt x="5314" y="852"/>
                    </a:cubicBezTo>
                    <a:lnTo>
                      <a:pt x="5114" y="100"/>
                    </a:lnTo>
                    <a:cubicBezTo>
                      <a:pt x="4813" y="25"/>
                      <a:pt x="4512" y="0"/>
                      <a:pt x="418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26"/>
              <p:cNvSpPr/>
              <p:nvPr/>
            </p:nvSpPr>
            <p:spPr>
              <a:xfrm>
                <a:off x="1387350" y="1218075"/>
                <a:ext cx="209300" cy="209300"/>
              </a:xfrm>
              <a:custGeom>
                <a:rect b="b" l="l" r="r" t="t"/>
                <a:pathLst>
                  <a:path extrusionOk="0" fill="none" h="8372" w="8372">
                    <a:moveTo>
                      <a:pt x="8372" y="4186"/>
                    </a:moveTo>
                    <a:cubicBezTo>
                      <a:pt x="8372" y="4512"/>
                      <a:pt x="8347" y="4812"/>
                      <a:pt x="8271" y="5113"/>
                    </a:cubicBezTo>
                    <a:lnTo>
                      <a:pt x="7545" y="5314"/>
                    </a:lnTo>
                    <a:cubicBezTo>
                      <a:pt x="7419" y="5639"/>
                      <a:pt x="7269" y="5915"/>
                      <a:pt x="7093" y="6191"/>
                    </a:cubicBezTo>
                    <a:lnTo>
                      <a:pt x="7369" y="6918"/>
                    </a:lnTo>
                    <a:cubicBezTo>
                      <a:pt x="7093" y="7243"/>
                      <a:pt x="6793" y="7519"/>
                      <a:pt x="6442" y="7720"/>
                    </a:cubicBezTo>
                    <a:lnTo>
                      <a:pt x="5765" y="7344"/>
                    </a:lnTo>
                    <a:cubicBezTo>
                      <a:pt x="5464" y="7494"/>
                      <a:pt x="5164" y="7594"/>
                      <a:pt x="4838" y="7644"/>
                    </a:cubicBezTo>
                    <a:lnTo>
                      <a:pt x="4512" y="8371"/>
                    </a:lnTo>
                    <a:cubicBezTo>
                      <a:pt x="4412" y="8371"/>
                      <a:pt x="4312" y="8371"/>
                      <a:pt x="4186" y="8371"/>
                    </a:cubicBezTo>
                    <a:cubicBezTo>
                      <a:pt x="3885" y="8371"/>
                      <a:pt x="3560" y="8346"/>
                      <a:pt x="3284" y="8271"/>
                    </a:cubicBezTo>
                    <a:lnTo>
                      <a:pt x="3058" y="7519"/>
                    </a:lnTo>
                    <a:cubicBezTo>
                      <a:pt x="2758" y="7419"/>
                      <a:pt x="2457" y="7268"/>
                      <a:pt x="2181" y="7093"/>
                    </a:cubicBezTo>
                    <a:lnTo>
                      <a:pt x="1454" y="7369"/>
                    </a:lnTo>
                    <a:cubicBezTo>
                      <a:pt x="1154" y="7093"/>
                      <a:pt x="878" y="6792"/>
                      <a:pt x="652" y="6441"/>
                    </a:cubicBezTo>
                    <a:lnTo>
                      <a:pt x="1028" y="5765"/>
                    </a:lnTo>
                    <a:cubicBezTo>
                      <a:pt x="878" y="5464"/>
                      <a:pt x="778" y="5163"/>
                      <a:pt x="728" y="4812"/>
                    </a:cubicBezTo>
                    <a:lnTo>
                      <a:pt x="26" y="4512"/>
                    </a:lnTo>
                    <a:cubicBezTo>
                      <a:pt x="1" y="4411"/>
                      <a:pt x="1" y="4286"/>
                      <a:pt x="1" y="4186"/>
                    </a:cubicBezTo>
                    <a:cubicBezTo>
                      <a:pt x="1" y="3860"/>
                      <a:pt x="26" y="3559"/>
                      <a:pt x="101" y="3258"/>
                    </a:cubicBezTo>
                    <a:lnTo>
                      <a:pt x="853" y="3058"/>
                    </a:lnTo>
                    <a:cubicBezTo>
                      <a:pt x="953" y="2757"/>
                      <a:pt x="1103" y="2456"/>
                      <a:pt x="1279" y="2181"/>
                    </a:cubicBezTo>
                    <a:lnTo>
                      <a:pt x="1003" y="1454"/>
                    </a:lnTo>
                    <a:cubicBezTo>
                      <a:pt x="1279" y="1153"/>
                      <a:pt x="1605" y="877"/>
                      <a:pt x="1956" y="652"/>
                    </a:cubicBezTo>
                    <a:lnTo>
                      <a:pt x="2632" y="1028"/>
                    </a:lnTo>
                    <a:cubicBezTo>
                      <a:pt x="2908" y="877"/>
                      <a:pt x="3234" y="777"/>
                      <a:pt x="3560" y="727"/>
                    </a:cubicBezTo>
                    <a:lnTo>
                      <a:pt x="3860" y="0"/>
                    </a:lnTo>
                    <a:cubicBezTo>
                      <a:pt x="3986" y="0"/>
                      <a:pt x="4086" y="0"/>
                      <a:pt x="4186" y="0"/>
                    </a:cubicBezTo>
                    <a:cubicBezTo>
                      <a:pt x="4512" y="0"/>
                      <a:pt x="4813" y="25"/>
                      <a:pt x="5114" y="100"/>
                    </a:cubicBezTo>
                    <a:lnTo>
                      <a:pt x="5314" y="852"/>
                    </a:lnTo>
                    <a:cubicBezTo>
                      <a:pt x="5640" y="953"/>
                      <a:pt x="5941" y="1103"/>
                      <a:pt x="6191" y="1278"/>
                    </a:cubicBezTo>
                    <a:lnTo>
                      <a:pt x="6918" y="1003"/>
                    </a:lnTo>
                    <a:cubicBezTo>
                      <a:pt x="7244" y="1278"/>
                      <a:pt x="7520" y="1604"/>
                      <a:pt x="7745" y="1955"/>
                    </a:cubicBezTo>
                    <a:lnTo>
                      <a:pt x="7344" y="2632"/>
                    </a:lnTo>
                    <a:cubicBezTo>
                      <a:pt x="7494" y="2907"/>
                      <a:pt x="7595" y="3233"/>
                      <a:pt x="7670" y="3559"/>
                    </a:cubicBezTo>
                    <a:lnTo>
                      <a:pt x="8372" y="3860"/>
                    </a:lnTo>
                    <a:cubicBezTo>
                      <a:pt x="8372" y="3985"/>
                      <a:pt x="8372" y="4085"/>
                      <a:pt x="8372" y="418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26"/>
              <p:cNvSpPr/>
              <p:nvPr/>
            </p:nvSpPr>
            <p:spPr>
              <a:xfrm>
                <a:off x="1431850" y="1262550"/>
                <a:ext cx="120325" cy="120325"/>
              </a:xfrm>
              <a:custGeom>
                <a:rect b="b" l="l" r="r" t="t"/>
                <a:pathLst>
                  <a:path extrusionOk="0" h="4813" w="4813">
                    <a:moveTo>
                      <a:pt x="2406" y="1"/>
                    </a:moveTo>
                    <a:cubicBezTo>
                      <a:pt x="1078" y="1"/>
                      <a:pt x="0" y="1078"/>
                      <a:pt x="0" y="2407"/>
                    </a:cubicBezTo>
                    <a:cubicBezTo>
                      <a:pt x="0" y="3735"/>
                      <a:pt x="1078" y="4813"/>
                      <a:pt x="2406" y="4813"/>
                    </a:cubicBezTo>
                    <a:cubicBezTo>
                      <a:pt x="3735" y="4813"/>
                      <a:pt x="4812" y="3735"/>
                      <a:pt x="4812" y="2407"/>
                    </a:cubicBezTo>
                    <a:cubicBezTo>
                      <a:pt x="4812" y="1078"/>
                      <a:pt x="3735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26"/>
              <p:cNvSpPr/>
              <p:nvPr/>
            </p:nvSpPr>
            <p:spPr>
              <a:xfrm>
                <a:off x="1451275" y="1281975"/>
                <a:ext cx="81475" cy="81475"/>
              </a:xfrm>
              <a:custGeom>
                <a:rect b="b" l="l" r="r" t="t"/>
                <a:pathLst>
                  <a:path extrusionOk="0" fill="none" h="3259" w="3259">
                    <a:moveTo>
                      <a:pt x="3258" y="1630"/>
                    </a:moveTo>
                    <a:cubicBezTo>
                      <a:pt x="3258" y="2532"/>
                      <a:pt x="2531" y="3259"/>
                      <a:pt x="1629" y="3259"/>
                    </a:cubicBezTo>
                    <a:cubicBezTo>
                      <a:pt x="727" y="3259"/>
                      <a:pt x="0" y="2532"/>
                      <a:pt x="0" y="1630"/>
                    </a:cubicBezTo>
                    <a:cubicBezTo>
                      <a:pt x="0" y="727"/>
                      <a:pt x="727" y="1"/>
                      <a:pt x="1629" y="1"/>
                    </a:cubicBezTo>
                    <a:cubicBezTo>
                      <a:pt x="2531" y="1"/>
                      <a:pt x="3258" y="727"/>
                      <a:pt x="3258" y="163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93" name="Google Shape;593;p26"/>
          <p:cNvSpPr txBox="1"/>
          <p:nvPr>
            <p:ph type="title"/>
          </p:nvPr>
        </p:nvSpPr>
        <p:spPr>
          <a:xfrm>
            <a:off x="2549400" y="2221500"/>
            <a:ext cx="40452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94" name="Google Shape;594;p26"/>
          <p:cNvSpPr txBox="1"/>
          <p:nvPr>
            <p:ph idx="1" type="subTitle"/>
          </p:nvPr>
        </p:nvSpPr>
        <p:spPr>
          <a:xfrm>
            <a:off x="2549400" y="3230175"/>
            <a:ext cx="40452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5" name="Google Shape;595;p26"/>
          <p:cNvSpPr txBox="1"/>
          <p:nvPr>
            <p:ph idx="2" type="title"/>
          </p:nvPr>
        </p:nvSpPr>
        <p:spPr>
          <a:xfrm>
            <a:off x="3647325" y="1212825"/>
            <a:ext cx="19266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7" name="Google Shape;597;p27"/>
          <p:cNvGrpSpPr/>
          <p:nvPr/>
        </p:nvGrpSpPr>
        <p:grpSpPr>
          <a:xfrm flipH="1">
            <a:off x="1510279" y="-831315"/>
            <a:ext cx="8377976" cy="1614717"/>
            <a:chOff x="-566246" y="-831315"/>
            <a:chExt cx="8377976" cy="1614717"/>
          </a:xfrm>
        </p:grpSpPr>
        <p:sp>
          <p:nvSpPr>
            <p:cNvPr id="598" name="Google Shape;598;p27"/>
            <p:cNvSpPr/>
            <p:nvPr/>
          </p:nvSpPr>
          <p:spPr>
            <a:xfrm rot="10800000">
              <a:off x="-178627" y="-831315"/>
              <a:ext cx="5711267" cy="1569921"/>
            </a:xfrm>
            <a:custGeom>
              <a:rect b="b" l="l" r="r" t="t"/>
              <a:pathLst>
                <a:path extrusionOk="0" h="51587" w="18767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27"/>
            <p:cNvSpPr/>
            <p:nvPr/>
          </p:nvSpPr>
          <p:spPr>
            <a:xfrm rot="10800000">
              <a:off x="2097663" y="-149871"/>
              <a:ext cx="3817027" cy="933273"/>
            </a:xfrm>
            <a:custGeom>
              <a:rect b="b" l="l" r="r" t="t"/>
              <a:pathLst>
                <a:path extrusionOk="0" h="30667" w="125426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27"/>
            <p:cNvSpPr/>
            <p:nvPr/>
          </p:nvSpPr>
          <p:spPr>
            <a:xfrm rot="10800000">
              <a:off x="5347154" y="-352704"/>
              <a:ext cx="2464576" cy="481412"/>
            </a:xfrm>
            <a:custGeom>
              <a:rect b="b" l="l" r="r" t="t"/>
              <a:pathLst>
                <a:path extrusionOk="0" h="15819" w="80985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27"/>
            <p:cNvSpPr/>
            <p:nvPr/>
          </p:nvSpPr>
          <p:spPr>
            <a:xfrm rot="10800000">
              <a:off x="5904951" y="-196402"/>
              <a:ext cx="115339" cy="115339"/>
            </a:xfrm>
            <a:custGeom>
              <a:rect b="b" l="l" r="r" t="t"/>
              <a:pathLst>
                <a:path extrusionOk="0" h="3790" w="379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27"/>
            <p:cNvSpPr/>
            <p:nvPr/>
          </p:nvSpPr>
          <p:spPr>
            <a:xfrm rot="10800000">
              <a:off x="5926467" y="-174886"/>
              <a:ext cx="72977" cy="72977"/>
            </a:xfrm>
            <a:custGeom>
              <a:rect b="b" l="l" r="r" t="t"/>
              <a:pathLst>
                <a:path extrusionOk="0" h="2398" w="2398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27"/>
            <p:cNvSpPr/>
            <p:nvPr/>
          </p:nvSpPr>
          <p:spPr>
            <a:xfrm rot="10800000">
              <a:off x="1516950" y="116870"/>
              <a:ext cx="3646848" cy="11838"/>
            </a:xfrm>
            <a:custGeom>
              <a:rect b="b" l="l" r="r" t="t"/>
              <a:pathLst>
                <a:path extrusionOk="0" h="389" w="119834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27"/>
            <p:cNvSpPr/>
            <p:nvPr/>
          </p:nvSpPr>
          <p:spPr>
            <a:xfrm rot="10800000">
              <a:off x="5146391" y="78677"/>
              <a:ext cx="88954" cy="88924"/>
            </a:xfrm>
            <a:custGeom>
              <a:rect b="b" l="l" r="r" t="t"/>
              <a:pathLst>
                <a:path extrusionOk="0" h="2922" w="2923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27"/>
            <p:cNvSpPr/>
            <p:nvPr/>
          </p:nvSpPr>
          <p:spPr>
            <a:xfrm rot="10800000">
              <a:off x="1478757" y="78677"/>
              <a:ext cx="88924" cy="88924"/>
            </a:xfrm>
            <a:custGeom>
              <a:rect b="b" l="l" r="r" t="t"/>
              <a:pathLst>
                <a:path extrusionOk="0" h="2922" w="2922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27"/>
            <p:cNvSpPr/>
            <p:nvPr/>
          </p:nvSpPr>
          <p:spPr>
            <a:xfrm rot="10800000">
              <a:off x="-398137" y="-606937"/>
              <a:ext cx="1361489" cy="1360302"/>
            </a:xfrm>
            <a:custGeom>
              <a:rect b="b" l="l" r="r" t="t"/>
              <a:pathLst>
                <a:path extrusionOk="0" h="44699" w="44738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27"/>
            <p:cNvSpPr/>
            <p:nvPr/>
          </p:nvSpPr>
          <p:spPr>
            <a:xfrm rot="10800000">
              <a:off x="-566246" y="-681953"/>
              <a:ext cx="1361520" cy="1360272"/>
            </a:xfrm>
            <a:custGeom>
              <a:rect b="b" l="l" r="r" t="t"/>
              <a:pathLst>
                <a:path extrusionOk="0" h="44698" w="44739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27"/>
            <p:cNvSpPr/>
            <p:nvPr/>
          </p:nvSpPr>
          <p:spPr>
            <a:xfrm rot="10800000">
              <a:off x="161730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27"/>
            <p:cNvSpPr/>
            <p:nvPr/>
          </p:nvSpPr>
          <p:spPr>
            <a:xfrm rot="10800000">
              <a:off x="414563" y="401657"/>
              <a:ext cx="336949" cy="210502"/>
            </a:xfrm>
            <a:custGeom>
              <a:rect b="b" l="l" r="r" t="t"/>
              <a:pathLst>
                <a:path extrusionOk="0" h="6917" w="11072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27"/>
            <p:cNvSpPr/>
            <p:nvPr/>
          </p:nvSpPr>
          <p:spPr>
            <a:xfrm rot="10800000">
              <a:off x="667426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27"/>
            <p:cNvSpPr/>
            <p:nvPr/>
          </p:nvSpPr>
          <p:spPr>
            <a:xfrm rot="10800000">
              <a:off x="920960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27"/>
            <p:cNvSpPr/>
            <p:nvPr/>
          </p:nvSpPr>
          <p:spPr>
            <a:xfrm rot="10800000">
              <a:off x="1173823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27"/>
            <p:cNvSpPr/>
            <p:nvPr/>
          </p:nvSpPr>
          <p:spPr>
            <a:xfrm rot="10800000">
              <a:off x="1426656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27"/>
            <p:cNvSpPr/>
            <p:nvPr/>
          </p:nvSpPr>
          <p:spPr>
            <a:xfrm rot="10800000">
              <a:off x="1679490" y="401657"/>
              <a:ext cx="336949" cy="210502"/>
            </a:xfrm>
            <a:custGeom>
              <a:rect b="b" l="l" r="r" t="t"/>
              <a:pathLst>
                <a:path extrusionOk="0" h="6917" w="11072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27"/>
            <p:cNvSpPr/>
            <p:nvPr/>
          </p:nvSpPr>
          <p:spPr>
            <a:xfrm rot="10800000">
              <a:off x="1933053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27"/>
            <p:cNvSpPr/>
            <p:nvPr/>
          </p:nvSpPr>
          <p:spPr>
            <a:xfrm rot="10800000">
              <a:off x="1858707" y="-175586"/>
              <a:ext cx="174378" cy="188986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27"/>
            <p:cNvSpPr/>
            <p:nvPr/>
          </p:nvSpPr>
          <p:spPr>
            <a:xfrm rot="10800000">
              <a:off x="1751736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27"/>
            <p:cNvSpPr/>
            <p:nvPr/>
          </p:nvSpPr>
          <p:spPr>
            <a:xfrm rot="10800000">
              <a:off x="1645466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27"/>
            <p:cNvSpPr/>
            <p:nvPr/>
          </p:nvSpPr>
          <p:spPr>
            <a:xfrm rot="10800000">
              <a:off x="1539196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27"/>
            <p:cNvSpPr/>
            <p:nvPr/>
          </p:nvSpPr>
          <p:spPr>
            <a:xfrm rot="10800000">
              <a:off x="1432895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27"/>
            <p:cNvSpPr/>
            <p:nvPr/>
          </p:nvSpPr>
          <p:spPr>
            <a:xfrm rot="10800000">
              <a:off x="1326625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27"/>
            <p:cNvSpPr/>
            <p:nvPr/>
          </p:nvSpPr>
          <p:spPr>
            <a:xfrm rot="10800000">
              <a:off x="1220355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27"/>
            <p:cNvSpPr/>
            <p:nvPr/>
          </p:nvSpPr>
          <p:spPr>
            <a:xfrm rot="10800000">
              <a:off x="1114084" y="-175586"/>
              <a:ext cx="174378" cy="188986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27"/>
            <p:cNvSpPr/>
            <p:nvPr/>
          </p:nvSpPr>
          <p:spPr>
            <a:xfrm rot="10800000">
              <a:off x="1007784" y="-175586"/>
              <a:ext cx="174378" cy="188986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27"/>
            <p:cNvSpPr/>
            <p:nvPr/>
          </p:nvSpPr>
          <p:spPr>
            <a:xfrm rot="10800000">
              <a:off x="900813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7"/>
            <p:cNvSpPr/>
            <p:nvPr/>
          </p:nvSpPr>
          <p:spPr>
            <a:xfrm rot="10800000">
              <a:off x="794543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7" name="Google Shape;627;p27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628" name="Google Shape;628;p27"/>
          <p:cNvGrpSpPr/>
          <p:nvPr/>
        </p:nvGrpSpPr>
        <p:grpSpPr>
          <a:xfrm flipH="1" rot="5400000">
            <a:off x="-113625" y="3210625"/>
            <a:ext cx="536425" cy="3475150"/>
            <a:chOff x="327125" y="2375600"/>
            <a:chExt cx="536425" cy="3475150"/>
          </a:xfrm>
        </p:grpSpPr>
        <p:sp>
          <p:nvSpPr>
            <p:cNvPr id="629" name="Google Shape;629;p27"/>
            <p:cNvSpPr/>
            <p:nvPr/>
          </p:nvSpPr>
          <p:spPr>
            <a:xfrm>
              <a:off x="531425" y="2394425"/>
              <a:ext cx="115850" cy="3456325"/>
            </a:xfrm>
            <a:custGeom>
              <a:rect b="b" l="l" r="r" t="t"/>
              <a:pathLst>
                <a:path extrusionOk="0" fill="none" h="138253" w="4634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27"/>
            <p:cNvSpPr/>
            <p:nvPr/>
          </p:nvSpPr>
          <p:spPr>
            <a:xfrm>
              <a:off x="627275" y="2375600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27"/>
            <p:cNvSpPr/>
            <p:nvPr/>
          </p:nvSpPr>
          <p:spPr>
            <a:xfrm>
              <a:off x="347100" y="2923975"/>
              <a:ext cx="112450" cy="2344175"/>
            </a:xfrm>
            <a:custGeom>
              <a:rect b="b" l="l" r="r" t="t"/>
              <a:pathLst>
                <a:path extrusionOk="0" fill="none" h="93767" w="4498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27"/>
            <p:cNvSpPr/>
            <p:nvPr/>
          </p:nvSpPr>
          <p:spPr>
            <a:xfrm>
              <a:off x="327125" y="290457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27"/>
            <p:cNvSpPr/>
            <p:nvPr/>
          </p:nvSpPr>
          <p:spPr>
            <a:xfrm>
              <a:off x="347100" y="2676875"/>
              <a:ext cx="192900" cy="374375"/>
            </a:xfrm>
            <a:custGeom>
              <a:rect b="b" l="l" r="r" t="t"/>
              <a:pathLst>
                <a:path extrusionOk="0" fill="none" h="14975" w="7716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27"/>
            <p:cNvSpPr/>
            <p:nvPr/>
          </p:nvSpPr>
          <p:spPr>
            <a:xfrm>
              <a:off x="520000" y="26580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27"/>
            <p:cNvSpPr/>
            <p:nvPr/>
          </p:nvSpPr>
          <p:spPr>
            <a:xfrm>
              <a:off x="347100" y="4357400"/>
              <a:ext cx="25" cy="971225"/>
            </a:xfrm>
            <a:custGeom>
              <a:rect b="b" l="l" r="r" t="t"/>
              <a:pathLst>
                <a:path extrusionOk="0" fill="none" h="38849" w="1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27"/>
            <p:cNvSpPr/>
            <p:nvPr/>
          </p:nvSpPr>
          <p:spPr>
            <a:xfrm>
              <a:off x="327125" y="43385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27"/>
            <p:cNvSpPr/>
            <p:nvPr/>
          </p:nvSpPr>
          <p:spPr>
            <a:xfrm>
              <a:off x="690625" y="3227550"/>
              <a:ext cx="172925" cy="2083400"/>
            </a:xfrm>
            <a:custGeom>
              <a:rect b="b" l="l" r="r" t="t"/>
              <a:pathLst>
                <a:path extrusionOk="0" fill="none" h="83336" w="6917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27"/>
            <p:cNvSpPr/>
            <p:nvPr/>
          </p:nvSpPr>
          <p:spPr>
            <a:xfrm>
              <a:off x="794475" y="320870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27"/>
            <p:cNvSpPr/>
            <p:nvPr/>
          </p:nvSpPr>
          <p:spPr>
            <a:xfrm>
              <a:off x="776800" y="3899750"/>
              <a:ext cx="25" cy="1084800"/>
            </a:xfrm>
            <a:custGeom>
              <a:rect b="b" l="l" r="r" t="t"/>
              <a:pathLst>
                <a:path extrusionOk="0" fill="none" h="43392" w="1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27"/>
            <p:cNvSpPr/>
            <p:nvPr/>
          </p:nvSpPr>
          <p:spPr>
            <a:xfrm>
              <a:off x="756825" y="4963400"/>
              <a:ext cx="40525" cy="39975"/>
            </a:xfrm>
            <a:custGeom>
              <a:rect b="b" l="l" r="r" t="t"/>
              <a:pathLst>
                <a:path extrusionOk="0" h="1599" w="1621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27"/>
            <p:cNvSpPr/>
            <p:nvPr/>
          </p:nvSpPr>
          <p:spPr>
            <a:xfrm>
              <a:off x="756825" y="3880925"/>
              <a:ext cx="40525" cy="39950"/>
            </a:xfrm>
            <a:custGeom>
              <a:rect b="b" l="l" r="r" t="t"/>
              <a:pathLst>
                <a:path extrusionOk="0" h="1598" w="1621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3" name="Google Shape;643;p28"/>
          <p:cNvGrpSpPr/>
          <p:nvPr/>
        </p:nvGrpSpPr>
        <p:grpSpPr>
          <a:xfrm>
            <a:off x="5266248" y="4568869"/>
            <a:ext cx="3157758" cy="296582"/>
            <a:chOff x="5266248" y="4230494"/>
            <a:chExt cx="3157758" cy="296582"/>
          </a:xfrm>
        </p:grpSpPr>
        <p:sp>
          <p:nvSpPr>
            <p:cNvPr id="644" name="Google Shape;644;p28"/>
            <p:cNvSpPr/>
            <p:nvPr/>
          </p:nvSpPr>
          <p:spPr>
            <a:xfrm>
              <a:off x="526624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28"/>
            <p:cNvSpPr/>
            <p:nvPr/>
          </p:nvSpPr>
          <p:spPr>
            <a:xfrm>
              <a:off x="5459599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28"/>
            <p:cNvSpPr/>
            <p:nvPr/>
          </p:nvSpPr>
          <p:spPr>
            <a:xfrm>
              <a:off x="5649735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28"/>
            <p:cNvSpPr/>
            <p:nvPr/>
          </p:nvSpPr>
          <p:spPr>
            <a:xfrm>
              <a:off x="5839743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28"/>
            <p:cNvSpPr/>
            <p:nvPr/>
          </p:nvSpPr>
          <p:spPr>
            <a:xfrm>
              <a:off x="6029880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28"/>
            <p:cNvSpPr/>
            <p:nvPr/>
          </p:nvSpPr>
          <p:spPr>
            <a:xfrm>
              <a:off x="6220016" y="4230494"/>
              <a:ext cx="106446" cy="296582"/>
            </a:xfrm>
            <a:custGeom>
              <a:rect b="b" l="l" r="r" t="t"/>
              <a:pathLst>
                <a:path extrusionOk="0" h="2307" w="828">
                  <a:moveTo>
                    <a:pt x="0" y="0"/>
                  </a:moveTo>
                  <a:lnTo>
                    <a:pt x="0" y="2306"/>
                  </a:lnTo>
                  <a:lnTo>
                    <a:pt x="827" y="2306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28"/>
            <p:cNvSpPr/>
            <p:nvPr/>
          </p:nvSpPr>
          <p:spPr>
            <a:xfrm>
              <a:off x="641323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28"/>
            <p:cNvSpPr/>
            <p:nvPr/>
          </p:nvSpPr>
          <p:spPr>
            <a:xfrm>
              <a:off x="6603375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28"/>
            <p:cNvSpPr/>
            <p:nvPr/>
          </p:nvSpPr>
          <p:spPr>
            <a:xfrm>
              <a:off x="679351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28"/>
            <p:cNvSpPr/>
            <p:nvPr/>
          </p:nvSpPr>
          <p:spPr>
            <a:xfrm>
              <a:off x="698364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28"/>
            <p:cNvSpPr/>
            <p:nvPr/>
          </p:nvSpPr>
          <p:spPr>
            <a:xfrm>
              <a:off x="7176870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28"/>
            <p:cNvSpPr/>
            <p:nvPr/>
          </p:nvSpPr>
          <p:spPr>
            <a:xfrm>
              <a:off x="7367006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28"/>
            <p:cNvSpPr/>
            <p:nvPr/>
          </p:nvSpPr>
          <p:spPr>
            <a:xfrm>
              <a:off x="7557143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28"/>
            <p:cNvSpPr/>
            <p:nvPr/>
          </p:nvSpPr>
          <p:spPr>
            <a:xfrm>
              <a:off x="774715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28"/>
            <p:cNvSpPr/>
            <p:nvPr/>
          </p:nvSpPr>
          <p:spPr>
            <a:xfrm>
              <a:off x="794050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28"/>
            <p:cNvSpPr/>
            <p:nvPr/>
          </p:nvSpPr>
          <p:spPr>
            <a:xfrm>
              <a:off x="813063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28"/>
            <p:cNvSpPr/>
            <p:nvPr/>
          </p:nvSpPr>
          <p:spPr>
            <a:xfrm>
              <a:off x="8320774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1" name="Google Shape;661;p28"/>
          <p:cNvGrpSpPr/>
          <p:nvPr/>
        </p:nvGrpSpPr>
        <p:grpSpPr>
          <a:xfrm>
            <a:off x="-364925" y="-1720950"/>
            <a:ext cx="9644000" cy="3383025"/>
            <a:chOff x="-364925" y="-1720950"/>
            <a:chExt cx="9644000" cy="3383025"/>
          </a:xfrm>
        </p:grpSpPr>
        <p:grpSp>
          <p:nvGrpSpPr>
            <p:cNvPr id="662" name="Google Shape;662;p28"/>
            <p:cNvGrpSpPr/>
            <p:nvPr/>
          </p:nvGrpSpPr>
          <p:grpSpPr>
            <a:xfrm flipH="1">
              <a:off x="-364925" y="-1720950"/>
              <a:ext cx="7767703" cy="3383025"/>
              <a:chOff x="24125" y="294775"/>
              <a:chExt cx="7767703" cy="3383025"/>
            </a:xfrm>
          </p:grpSpPr>
          <p:sp>
            <p:nvSpPr>
              <p:cNvPr id="663" name="Google Shape;663;p28"/>
              <p:cNvSpPr/>
              <p:nvPr/>
            </p:nvSpPr>
            <p:spPr>
              <a:xfrm>
                <a:off x="1686375" y="607200"/>
                <a:ext cx="142125" cy="129550"/>
              </a:xfrm>
              <a:custGeom>
                <a:rect b="b" l="l" r="r" t="t"/>
                <a:pathLst>
                  <a:path extrusionOk="0" h="5182" w="5685">
                    <a:moveTo>
                      <a:pt x="2834" y="1"/>
                    </a:moveTo>
                    <a:cubicBezTo>
                      <a:pt x="2169" y="1"/>
                      <a:pt x="1507" y="252"/>
                      <a:pt x="1005" y="754"/>
                    </a:cubicBezTo>
                    <a:cubicBezTo>
                      <a:pt x="1" y="1781"/>
                      <a:pt x="1" y="3402"/>
                      <a:pt x="1005" y="4429"/>
                    </a:cubicBezTo>
                    <a:cubicBezTo>
                      <a:pt x="1507" y="4931"/>
                      <a:pt x="2169" y="5182"/>
                      <a:pt x="2834" y="5182"/>
                    </a:cubicBezTo>
                    <a:cubicBezTo>
                      <a:pt x="3499" y="5182"/>
                      <a:pt x="4166" y="4931"/>
                      <a:pt x="4680" y="4429"/>
                    </a:cubicBezTo>
                    <a:cubicBezTo>
                      <a:pt x="5684" y="3402"/>
                      <a:pt x="5684" y="1781"/>
                      <a:pt x="4680" y="754"/>
                    </a:cubicBezTo>
                    <a:cubicBezTo>
                      <a:pt x="4166" y="252"/>
                      <a:pt x="3499" y="1"/>
                      <a:pt x="28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28"/>
              <p:cNvSpPr/>
              <p:nvPr/>
            </p:nvSpPr>
            <p:spPr>
              <a:xfrm>
                <a:off x="6609800" y="3191600"/>
                <a:ext cx="148950" cy="93025"/>
              </a:xfrm>
              <a:custGeom>
                <a:rect b="b" l="l" r="r" t="t"/>
                <a:pathLst>
                  <a:path extrusionOk="0" h="3721" w="5958">
                    <a:moveTo>
                      <a:pt x="0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28"/>
              <p:cNvSpPr/>
              <p:nvPr/>
            </p:nvSpPr>
            <p:spPr>
              <a:xfrm>
                <a:off x="6721650" y="3191600"/>
                <a:ext cx="149525" cy="93025"/>
              </a:xfrm>
              <a:custGeom>
                <a:rect b="b" l="l" r="r" t="t"/>
                <a:pathLst>
                  <a:path extrusionOk="0" h="3721" w="5981">
                    <a:moveTo>
                      <a:pt x="0" y="0"/>
                    </a:moveTo>
                    <a:lnTo>
                      <a:pt x="3584" y="3721"/>
                    </a:lnTo>
                    <a:lnTo>
                      <a:pt x="5980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28"/>
              <p:cNvSpPr/>
              <p:nvPr/>
            </p:nvSpPr>
            <p:spPr>
              <a:xfrm>
                <a:off x="6834050" y="3191600"/>
                <a:ext cx="148975" cy="93025"/>
              </a:xfrm>
              <a:custGeom>
                <a:rect b="b" l="l" r="r" t="t"/>
                <a:pathLst>
                  <a:path extrusionOk="0" h="3721" w="5959">
                    <a:moveTo>
                      <a:pt x="1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28"/>
              <p:cNvSpPr/>
              <p:nvPr/>
            </p:nvSpPr>
            <p:spPr>
              <a:xfrm>
                <a:off x="6945900" y="3191600"/>
                <a:ext cx="148950" cy="93025"/>
              </a:xfrm>
              <a:custGeom>
                <a:rect b="b" l="l" r="r" t="t"/>
                <a:pathLst>
                  <a:path extrusionOk="0" h="3721" w="5958">
                    <a:moveTo>
                      <a:pt x="0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28"/>
              <p:cNvSpPr/>
              <p:nvPr/>
            </p:nvSpPr>
            <p:spPr>
              <a:xfrm>
                <a:off x="7057750" y="3191600"/>
                <a:ext cx="149525" cy="93025"/>
              </a:xfrm>
              <a:custGeom>
                <a:rect b="b" l="l" r="r" t="t"/>
                <a:pathLst>
                  <a:path extrusionOk="0" h="3721" w="5981">
                    <a:moveTo>
                      <a:pt x="0" y="0"/>
                    </a:moveTo>
                    <a:lnTo>
                      <a:pt x="3607" y="3721"/>
                    </a:lnTo>
                    <a:lnTo>
                      <a:pt x="5980" y="3721"/>
                    </a:lnTo>
                    <a:lnTo>
                      <a:pt x="239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28"/>
              <p:cNvSpPr/>
              <p:nvPr/>
            </p:nvSpPr>
            <p:spPr>
              <a:xfrm>
                <a:off x="7170150" y="3191600"/>
                <a:ext cx="148975" cy="93025"/>
              </a:xfrm>
              <a:custGeom>
                <a:rect b="b" l="l" r="r" t="t"/>
                <a:pathLst>
                  <a:path extrusionOk="0" h="3721" w="5959">
                    <a:moveTo>
                      <a:pt x="1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28"/>
              <p:cNvSpPr/>
              <p:nvPr/>
            </p:nvSpPr>
            <p:spPr>
              <a:xfrm>
                <a:off x="7282000" y="3191600"/>
                <a:ext cx="149525" cy="93025"/>
              </a:xfrm>
              <a:custGeom>
                <a:rect b="b" l="l" r="r" t="t"/>
                <a:pathLst>
                  <a:path extrusionOk="0" h="3721" w="5981">
                    <a:moveTo>
                      <a:pt x="1" y="0"/>
                    </a:moveTo>
                    <a:lnTo>
                      <a:pt x="3584" y="3721"/>
                    </a:lnTo>
                    <a:lnTo>
                      <a:pt x="5981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28"/>
              <p:cNvSpPr/>
              <p:nvPr/>
            </p:nvSpPr>
            <p:spPr>
              <a:xfrm>
                <a:off x="2406525" y="1218350"/>
                <a:ext cx="5385303" cy="1110475"/>
              </a:xfrm>
              <a:custGeom>
                <a:rect b="b" l="l" r="r" t="t"/>
                <a:pathLst>
                  <a:path extrusionOk="0" h="44419" w="206136">
                    <a:moveTo>
                      <a:pt x="183" y="0"/>
                    </a:moveTo>
                    <a:cubicBezTo>
                      <a:pt x="91" y="0"/>
                      <a:pt x="0" y="92"/>
                      <a:pt x="0" y="206"/>
                    </a:cubicBezTo>
                    <a:cubicBezTo>
                      <a:pt x="0" y="297"/>
                      <a:pt x="91" y="388"/>
                      <a:pt x="183" y="388"/>
                    </a:cubicBezTo>
                    <a:lnTo>
                      <a:pt x="31887" y="388"/>
                    </a:lnTo>
                    <a:lnTo>
                      <a:pt x="54507" y="23031"/>
                    </a:lnTo>
                    <a:lnTo>
                      <a:pt x="101870" y="23031"/>
                    </a:lnTo>
                    <a:lnTo>
                      <a:pt x="123257" y="44418"/>
                    </a:lnTo>
                    <a:lnTo>
                      <a:pt x="205930" y="44418"/>
                    </a:lnTo>
                    <a:cubicBezTo>
                      <a:pt x="206044" y="44418"/>
                      <a:pt x="206136" y="44327"/>
                      <a:pt x="206136" y="44213"/>
                    </a:cubicBezTo>
                    <a:cubicBezTo>
                      <a:pt x="206136" y="44122"/>
                      <a:pt x="206044" y="44030"/>
                      <a:pt x="205930" y="44030"/>
                    </a:cubicBezTo>
                    <a:lnTo>
                      <a:pt x="123417" y="44030"/>
                    </a:lnTo>
                    <a:lnTo>
                      <a:pt x="102029" y="22643"/>
                    </a:lnTo>
                    <a:lnTo>
                      <a:pt x="54667" y="22643"/>
                    </a:lnTo>
                    <a:lnTo>
                      <a:pt x="320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28"/>
              <p:cNvSpPr/>
              <p:nvPr/>
            </p:nvSpPr>
            <p:spPr>
              <a:xfrm>
                <a:off x="987925" y="355975"/>
                <a:ext cx="6210225" cy="1468400"/>
              </a:xfrm>
              <a:custGeom>
                <a:rect b="b" l="l" r="r" t="t"/>
                <a:pathLst>
                  <a:path extrusionOk="0" h="58736" w="248409">
                    <a:moveTo>
                      <a:pt x="248203" y="1"/>
                    </a:moveTo>
                    <a:cubicBezTo>
                      <a:pt x="248151" y="1"/>
                      <a:pt x="248100" y="18"/>
                      <a:pt x="248066" y="52"/>
                    </a:cubicBezTo>
                    <a:lnTo>
                      <a:pt x="196663" y="51455"/>
                    </a:lnTo>
                    <a:lnTo>
                      <a:pt x="175778" y="51455"/>
                    </a:lnTo>
                    <a:lnTo>
                      <a:pt x="155760" y="31460"/>
                    </a:lnTo>
                    <a:lnTo>
                      <a:pt x="121112" y="31460"/>
                    </a:lnTo>
                    <a:lnTo>
                      <a:pt x="94200" y="58371"/>
                    </a:lnTo>
                    <a:lnTo>
                      <a:pt x="183" y="58371"/>
                    </a:lnTo>
                    <a:cubicBezTo>
                      <a:pt x="92" y="58371"/>
                      <a:pt x="0" y="58439"/>
                      <a:pt x="0" y="58553"/>
                    </a:cubicBezTo>
                    <a:cubicBezTo>
                      <a:pt x="0" y="58645"/>
                      <a:pt x="92" y="58736"/>
                      <a:pt x="183" y="58736"/>
                    </a:cubicBezTo>
                    <a:lnTo>
                      <a:pt x="94360" y="58736"/>
                    </a:lnTo>
                    <a:lnTo>
                      <a:pt x="121248" y="31848"/>
                    </a:lnTo>
                    <a:lnTo>
                      <a:pt x="155623" y="31848"/>
                    </a:lnTo>
                    <a:lnTo>
                      <a:pt x="175618" y="51843"/>
                    </a:lnTo>
                    <a:lnTo>
                      <a:pt x="196823" y="51843"/>
                    </a:lnTo>
                    <a:lnTo>
                      <a:pt x="248340" y="326"/>
                    </a:lnTo>
                    <a:cubicBezTo>
                      <a:pt x="248408" y="235"/>
                      <a:pt x="248408" y="121"/>
                      <a:pt x="248340" y="52"/>
                    </a:cubicBezTo>
                    <a:cubicBezTo>
                      <a:pt x="248306" y="18"/>
                      <a:pt x="248254" y="1"/>
                      <a:pt x="2482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28"/>
              <p:cNvSpPr/>
              <p:nvPr/>
            </p:nvSpPr>
            <p:spPr>
              <a:xfrm>
                <a:off x="1265250" y="1389550"/>
                <a:ext cx="6299250" cy="1955000"/>
              </a:xfrm>
              <a:custGeom>
                <a:rect b="b" l="l" r="r" t="t"/>
                <a:pathLst>
                  <a:path extrusionOk="0" h="78200" w="251970">
                    <a:moveTo>
                      <a:pt x="389" y="0"/>
                    </a:moveTo>
                    <a:cubicBezTo>
                      <a:pt x="160" y="0"/>
                      <a:pt x="1" y="183"/>
                      <a:pt x="1" y="388"/>
                    </a:cubicBezTo>
                    <a:cubicBezTo>
                      <a:pt x="1" y="593"/>
                      <a:pt x="160" y="776"/>
                      <a:pt x="389" y="776"/>
                    </a:cubicBezTo>
                    <a:lnTo>
                      <a:pt x="66217" y="776"/>
                    </a:lnTo>
                    <a:lnTo>
                      <a:pt x="89179" y="23738"/>
                    </a:lnTo>
                    <a:lnTo>
                      <a:pt x="125197" y="23738"/>
                    </a:lnTo>
                    <a:lnTo>
                      <a:pt x="179659" y="78199"/>
                    </a:lnTo>
                    <a:lnTo>
                      <a:pt x="251581" y="78199"/>
                    </a:lnTo>
                    <a:cubicBezTo>
                      <a:pt x="251787" y="78199"/>
                      <a:pt x="251969" y="78040"/>
                      <a:pt x="251969" y="77834"/>
                    </a:cubicBezTo>
                    <a:cubicBezTo>
                      <a:pt x="251969" y="77606"/>
                      <a:pt x="251787" y="77446"/>
                      <a:pt x="251581" y="77446"/>
                    </a:cubicBezTo>
                    <a:lnTo>
                      <a:pt x="179978" y="77446"/>
                    </a:lnTo>
                    <a:lnTo>
                      <a:pt x="125517" y="22962"/>
                    </a:lnTo>
                    <a:lnTo>
                      <a:pt x="89499" y="22962"/>
                    </a:lnTo>
                    <a:lnTo>
                      <a:pt x="66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28"/>
              <p:cNvSpPr/>
              <p:nvPr/>
            </p:nvSpPr>
            <p:spPr>
              <a:xfrm>
                <a:off x="1631600" y="1974425"/>
                <a:ext cx="6160000" cy="1095650"/>
              </a:xfrm>
              <a:custGeom>
                <a:rect b="b" l="l" r="r" t="t"/>
                <a:pathLst>
                  <a:path extrusionOk="0" h="43826" w="246400">
                    <a:moveTo>
                      <a:pt x="183" y="1"/>
                    </a:moveTo>
                    <a:cubicBezTo>
                      <a:pt x="69" y="1"/>
                      <a:pt x="0" y="92"/>
                      <a:pt x="0" y="206"/>
                    </a:cubicBezTo>
                    <a:cubicBezTo>
                      <a:pt x="0" y="298"/>
                      <a:pt x="69" y="389"/>
                      <a:pt x="183" y="389"/>
                    </a:cubicBezTo>
                    <a:lnTo>
                      <a:pt x="61286" y="389"/>
                    </a:lnTo>
                    <a:lnTo>
                      <a:pt x="104723" y="43825"/>
                    </a:lnTo>
                    <a:lnTo>
                      <a:pt x="165210" y="43825"/>
                    </a:lnTo>
                    <a:lnTo>
                      <a:pt x="207414" y="1599"/>
                    </a:lnTo>
                    <a:lnTo>
                      <a:pt x="246217" y="1599"/>
                    </a:lnTo>
                    <a:cubicBezTo>
                      <a:pt x="246308" y="1599"/>
                      <a:pt x="246400" y="1507"/>
                      <a:pt x="246400" y="1416"/>
                    </a:cubicBezTo>
                    <a:cubicBezTo>
                      <a:pt x="246400" y="1302"/>
                      <a:pt x="246308" y="1233"/>
                      <a:pt x="246217" y="1233"/>
                    </a:cubicBezTo>
                    <a:lnTo>
                      <a:pt x="207254" y="1233"/>
                    </a:lnTo>
                    <a:lnTo>
                      <a:pt x="165050" y="43437"/>
                    </a:lnTo>
                    <a:lnTo>
                      <a:pt x="104883" y="43437"/>
                    </a:lnTo>
                    <a:lnTo>
                      <a:pt x="6144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28"/>
              <p:cNvSpPr/>
              <p:nvPr/>
            </p:nvSpPr>
            <p:spPr>
              <a:xfrm>
                <a:off x="1978550" y="331575"/>
                <a:ext cx="4691750" cy="1289675"/>
              </a:xfrm>
              <a:custGeom>
                <a:rect b="b" l="l" r="r" t="t"/>
                <a:pathLst>
                  <a:path extrusionOk="0" h="51587" w="187670">
                    <a:moveTo>
                      <a:pt x="187453" y="1"/>
                    </a:moveTo>
                    <a:cubicBezTo>
                      <a:pt x="187407" y="1"/>
                      <a:pt x="187362" y="24"/>
                      <a:pt x="187327" y="69"/>
                    </a:cubicBezTo>
                    <a:lnTo>
                      <a:pt x="143594" y="43780"/>
                    </a:lnTo>
                    <a:lnTo>
                      <a:pt x="103992" y="43780"/>
                    </a:lnTo>
                    <a:lnTo>
                      <a:pt x="87444" y="27232"/>
                    </a:lnTo>
                    <a:lnTo>
                      <a:pt x="46838" y="27232"/>
                    </a:lnTo>
                    <a:lnTo>
                      <a:pt x="22871" y="51198"/>
                    </a:lnTo>
                    <a:lnTo>
                      <a:pt x="183" y="51198"/>
                    </a:lnTo>
                    <a:cubicBezTo>
                      <a:pt x="91" y="51198"/>
                      <a:pt x="0" y="51289"/>
                      <a:pt x="0" y="51403"/>
                    </a:cubicBezTo>
                    <a:cubicBezTo>
                      <a:pt x="0" y="51495"/>
                      <a:pt x="91" y="51586"/>
                      <a:pt x="183" y="51586"/>
                    </a:cubicBezTo>
                    <a:lnTo>
                      <a:pt x="23031" y="51586"/>
                    </a:lnTo>
                    <a:lnTo>
                      <a:pt x="46997" y="27620"/>
                    </a:lnTo>
                    <a:lnTo>
                      <a:pt x="87284" y="27620"/>
                    </a:lnTo>
                    <a:lnTo>
                      <a:pt x="103833" y="44168"/>
                    </a:lnTo>
                    <a:lnTo>
                      <a:pt x="143754" y="44168"/>
                    </a:lnTo>
                    <a:lnTo>
                      <a:pt x="187579" y="321"/>
                    </a:lnTo>
                    <a:cubicBezTo>
                      <a:pt x="187670" y="252"/>
                      <a:pt x="187670" y="138"/>
                      <a:pt x="187579" y="69"/>
                    </a:cubicBezTo>
                    <a:cubicBezTo>
                      <a:pt x="187544" y="24"/>
                      <a:pt x="187499" y="1"/>
                      <a:pt x="1874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28"/>
              <p:cNvSpPr/>
              <p:nvPr/>
            </p:nvSpPr>
            <p:spPr>
              <a:xfrm>
                <a:off x="937150" y="2104550"/>
                <a:ext cx="6622775" cy="1510475"/>
              </a:xfrm>
              <a:custGeom>
                <a:rect b="b" l="l" r="r" t="t"/>
                <a:pathLst>
                  <a:path extrusionOk="0" h="60419" w="264911">
                    <a:moveTo>
                      <a:pt x="183" y="0"/>
                    </a:moveTo>
                    <a:cubicBezTo>
                      <a:pt x="91" y="0"/>
                      <a:pt x="0" y="69"/>
                      <a:pt x="0" y="183"/>
                    </a:cubicBezTo>
                    <a:cubicBezTo>
                      <a:pt x="0" y="297"/>
                      <a:pt x="91" y="365"/>
                      <a:pt x="183" y="365"/>
                    </a:cubicBezTo>
                    <a:lnTo>
                      <a:pt x="57177" y="365"/>
                    </a:lnTo>
                    <a:lnTo>
                      <a:pt x="70941" y="14129"/>
                    </a:lnTo>
                    <a:lnTo>
                      <a:pt x="129214" y="14129"/>
                    </a:lnTo>
                    <a:lnTo>
                      <a:pt x="175504" y="60419"/>
                    </a:lnTo>
                    <a:lnTo>
                      <a:pt x="203419" y="60419"/>
                    </a:lnTo>
                    <a:lnTo>
                      <a:pt x="232316" y="31499"/>
                    </a:lnTo>
                    <a:lnTo>
                      <a:pt x="264705" y="31499"/>
                    </a:lnTo>
                    <a:cubicBezTo>
                      <a:pt x="264819" y="31499"/>
                      <a:pt x="264911" y="31430"/>
                      <a:pt x="264911" y="31316"/>
                    </a:cubicBezTo>
                    <a:cubicBezTo>
                      <a:pt x="264911" y="31225"/>
                      <a:pt x="264819" y="31134"/>
                      <a:pt x="264705" y="31134"/>
                    </a:cubicBezTo>
                    <a:lnTo>
                      <a:pt x="232156" y="31134"/>
                    </a:lnTo>
                    <a:lnTo>
                      <a:pt x="203259" y="60031"/>
                    </a:lnTo>
                    <a:lnTo>
                      <a:pt x="175664" y="60031"/>
                    </a:lnTo>
                    <a:lnTo>
                      <a:pt x="129374" y="13764"/>
                    </a:lnTo>
                    <a:lnTo>
                      <a:pt x="71101" y="13764"/>
                    </a:lnTo>
                    <a:lnTo>
                      <a:pt x="573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28"/>
              <p:cNvSpPr/>
              <p:nvPr/>
            </p:nvSpPr>
            <p:spPr>
              <a:xfrm>
                <a:off x="1664700" y="294775"/>
                <a:ext cx="3135650" cy="766675"/>
              </a:xfrm>
              <a:custGeom>
                <a:rect b="b" l="l" r="r" t="t"/>
                <a:pathLst>
                  <a:path extrusionOk="0" h="30667" w="125426">
                    <a:moveTo>
                      <a:pt x="125014" y="1"/>
                    </a:moveTo>
                    <a:cubicBezTo>
                      <a:pt x="124917" y="1"/>
                      <a:pt x="124820" y="35"/>
                      <a:pt x="124741" y="103"/>
                    </a:cubicBezTo>
                    <a:lnTo>
                      <a:pt x="111936" y="12931"/>
                    </a:lnTo>
                    <a:lnTo>
                      <a:pt x="47020" y="12931"/>
                    </a:lnTo>
                    <a:lnTo>
                      <a:pt x="30016" y="29913"/>
                    </a:lnTo>
                    <a:lnTo>
                      <a:pt x="388" y="29913"/>
                    </a:lnTo>
                    <a:cubicBezTo>
                      <a:pt x="160" y="29913"/>
                      <a:pt x="0" y="30073"/>
                      <a:pt x="0" y="30301"/>
                    </a:cubicBezTo>
                    <a:cubicBezTo>
                      <a:pt x="0" y="30507"/>
                      <a:pt x="160" y="30666"/>
                      <a:pt x="388" y="30666"/>
                    </a:cubicBezTo>
                    <a:lnTo>
                      <a:pt x="30335" y="30666"/>
                    </a:lnTo>
                    <a:lnTo>
                      <a:pt x="47340" y="13685"/>
                    </a:lnTo>
                    <a:lnTo>
                      <a:pt x="112255" y="13685"/>
                    </a:lnTo>
                    <a:lnTo>
                      <a:pt x="125288" y="651"/>
                    </a:lnTo>
                    <a:cubicBezTo>
                      <a:pt x="125425" y="514"/>
                      <a:pt x="125425" y="263"/>
                      <a:pt x="125288" y="103"/>
                    </a:cubicBezTo>
                    <a:cubicBezTo>
                      <a:pt x="125208" y="35"/>
                      <a:pt x="125111" y="1"/>
                      <a:pt x="1250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28"/>
              <p:cNvSpPr/>
              <p:nvPr/>
            </p:nvSpPr>
            <p:spPr>
              <a:xfrm>
                <a:off x="100600" y="2193550"/>
                <a:ext cx="3410675" cy="530725"/>
              </a:xfrm>
              <a:custGeom>
                <a:rect b="b" l="l" r="r" t="t"/>
                <a:pathLst>
                  <a:path extrusionOk="0" h="21229" w="136427">
                    <a:moveTo>
                      <a:pt x="20748" y="1"/>
                    </a:moveTo>
                    <a:lnTo>
                      <a:pt x="160" y="20589"/>
                    </a:lnTo>
                    <a:cubicBezTo>
                      <a:pt x="0" y="20726"/>
                      <a:pt x="0" y="20977"/>
                      <a:pt x="160" y="21114"/>
                    </a:cubicBezTo>
                    <a:cubicBezTo>
                      <a:pt x="228" y="21205"/>
                      <a:pt x="342" y="21228"/>
                      <a:pt x="434" y="21228"/>
                    </a:cubicBezTo>
                    <a:cubicBezTo>
                      <a:pt x="525" y="21228"/>
                      <a:pt x="616" y="21205"/>
                      <a:pt x="708" y="21114"/>
                    </a:cubicBezTo>
                    <a:lnTo>
                      <a:pt x="21045" y="777"/>
                    </a:lnTo>
                    <a:lnTo>
                      <a:pt x="85390" y="777"/>
                    </a:lnTo>
                    <a:lnTo>
                      <a:pt x="103307" y="18672"/>
                    </a:lnTo>
                    <a:lnTo>
                      <a:pt x="136039" y="18672"/>
                    </a:lnTo>
                    <a:cubicBezTo>
                      <a:pt x="136267" y="18672"/>
                      <a:pt x="136427" y="18512"/>
                      <a:pt x="136427" y="18307"/>
                    </a:cubicBezTo>
                    <a:cubicBezTo>
                      <a:pt x="136427" y="18078"/>
                      <a:pt x="136267" y="17919"/>
                      <a:pt x="136039" y="17919"/>
                    </a:cubicBezTo>
                    <a:lnTo>
                      <a:pt x="103627" y="17919"/>
                    </a:lnTo>
                    <a:lnTo>
                      <a:pt x="857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28"/>
              <p:cNvSpPr/>
              <p:nvPr/>
            </p:nvSpPr>
            <p:spPr>
              <a:xfrm>
                <a:off x="106300" y="832600"/>
                <a:ext cx="2024625" cy="395475"/>
              </a:xfrm>
              <a:custGeom>
                <a:rect b="b" l="l" r="r" t="t"/>
                <a:pathLst>
                  <a:path extrusionOk="0" h="15819" w="80985">
                    <a:moveTo>
                      <a:pt x="206" y="1"/>
                    </a:moveTo>
                    <a:cubicBezTo>
                      <a:pt x="92" y="1"/>
                      <a:pt x="0" y="92"/>
                      <a:pt x="0" y="183"/>
                    </a:cubicBezTo>
                    <a:cubicBezTo>
                      <a:pt x="0" y="297"/>
                      <a:pt x="92" y="389"/>
                      <a:pt x="206" y="389"/>
                    </a:cubicBezTo>
                    <a:lnTo>
                      <a:pt x="37297" y="389"/>
                    </a:lnTo>
                    <a:lnTo>
                      <a:pt x="52750" y="15818"/>
                    </a:lnTo>
                    <a:lnTo>
                      <a:pt x="80779" y="15818"/>
                    </a:lnTo>
                    <a:cubicBezTo>
                      <a:pt x="80893" y="15818"/>
                      <a:pt x="80985" y="15727"/>
                      <a:pt x="80985" y="15636"/>
                    </a:cubicBezTo>
                    <a:cubicBezTo>
                      <a:pt x="80985" y="15522"/>
                      <a:pt x="80893" y="15430"/>
                      <a:pt x="80779" y="15430"/>
                    </a:cubicBezTo>
                    <a:lnTo>
                      <a:pt x="52909" y="15430"/>
                    </a:lnTo>
                    <a:lnTo>
                      <a:pt x="3745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28"/>
              <p:cNvSpPr/>
              <p:nvPr/>
            </p:nvSpPr>
            <p:spPr>
              <a:xfrm>
                <a:off x="24125" y="1108225"/>
                <a:ext cx="1654850" cy="513025"/>
              </a:xfrm>
              <a:custGeom>
                <a:rect b="b" l="l" r="r" t="t"/>
                <a:pathLst>
                  <a:path extrusionOk="0" h="20521" w="66194">
                    <a:moveTo>
                      <a:pt x="183" y="0"/>
                    </a:moveTo>
                    <a:cubicBezTo>
                      <a:pt x="92" y="0"/>
                      <a:pt x="1" y="91"/>
                      <a:pt x="1" y="206"/>
                    </a:cubicBezTo>
                    <a:cubicBezTo>
                      <a:pt x="1" y="297"/>
                      <a:pt x="92" y="388"/>
                      <a:pt x="183" y="388"/>
                    </a:cubicBezTo>
                    <a:lnTo>
                      <a:pt x="25245" y="388"/>
                    </a:lnTo>
                    <a:lnTo>
                      <a:pt x="45377" y="20520"/>
                    </a:lnTo>
                    <a:lnTo>
                      <a:pt x="66011" y="20520"/>
                    </a:lnTo>
                    <a:cubicBezTo>
                      <a:pt x="66103" y="20520"/>
                      <a:pt x="66194" y="20429"/>
                      <a:pt x="66194" y="20337"/>
                    </a:cubicBezTo>
                    <a:cubicBezTo>
                      <a:pt x="66194" y="20223"/>
                      <a:pt x="66103" y="20132"/>
                      <a:pt x="66011" y="20132"/>
                    </a:cubicBezTo>
                    <a:lnTo>
                      <a:pt x="45537" y="20132"/>
                    </a:lnTo>
                    <a:lnTo>
                      <a:pt x="254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24125" y="1371850"/>
                <a:ext cx="979225" cy="451975"/>
              </a:xfrm>
              <a:custGeom>
                <a:rect b="b" l="l" r="r" t="t"/>
                <a:pathLst>
                  <a:path extrusionOk="0" h="18079" w="39169">
                    <a:moveTo>
                      <a:pt x="183" y="0"/>
                    </a:moveTo>
                    <a:cubicBezTo>
                      <a:pt x="92" y="0"/>
                      <a:pt x="1" y="92"/>
                      <a:pt x="1" y="206"/>
                    </a:cubicBezTo>
                    <a:cubicBezTo>
                      <a:pt x="1" y="297"/>
                      <a:pt x="92" y="388"/>
                      <a:pt x="183" y="388"/>
                    </a:cubicBezTo>
                    <a:lnTo>
                      <a:pt x="21182" y="388"/>
                    </a:lnTo>
                    <a:lnTo>
                      <a:pt x="38826" y="18010"/>
                    </a:lnTo>
                    <a:cubicBezTo>
                      <a:pt x="38849" y="18055"/>
                      <a:pt x="38895" y="18078"/>
                      <a:pt x="38940" y="18078"/>
                    </a:cubicBezTo>
                    <a:cubicBezTo>
                      <a:pt x="39009" y="18078"/>
                      <a:pt x="39055" y="18055"/>
                      <a:pt x="39077" y="18010"/>
                    </a:cubicBezTo>
                    <a:cubicBezTo>
                      <a:pt x="39169" y="17941"/>
                      <a:pt x="39169" y="17827"/>
                      <a:pt x="39077" y="17736"/>
                    </a:cubicBezTo>
                    <a:lnTo>
                      <a:pt x="2134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28"/>
              <p:cNvSpPr/>
              <p:nvPr/>
            </p:nvSpPr>
            <p:spPr>
              <a:xfrm>
                <a:off x="5585500" y="1408375"/>
                <a:ext cx="1529900" cy="580350"/>
              </a:xfrm>
              <a:custGeom>
                <a:rect b="b" l="l" r="r" t="t"/>
                <a:pathLst>
                  <a:path extrusionOk="0" h="23214" w="61196">
                    <a:moveTo>
                      <a:pt x="49121" y="0"/>
                    </a:moveTo>
                    <a:lnTo>
                      <a:pt x="26661" y="22460"/>
                    </a:lnTo>
                    <a:lnTo>
                      <a:pt x="389" y="22460"/>
                    </a:lnTo>
                    <a:cubicBezTo>
                      <a:pt x="161" y="22460"/>
                      <a:pt x="1" y="22620"/>
                      <a:pt x="1" y="22848"/>
                    </a:cubicBezTo>
                    <a:cubicBezTo>
                      <a:pt x="1" y="23054"/>
                      <a:pt x="161" y="23214"/>
                      <a:pt x="389" y="23214"/>
                    </a:cubicBezTo>
                    <a:lnTo>
                      <a:pt x="26980" y="23214"/>
                    </a:lnTo>
                    <a:lnTo>
                      <a:pt x="49441" y="776"/>
                    </a:lnTo>
                    <a:lnTo>
                      <a:pt x="60808" y="776"/>
                    </a:lnTo>
                    <a:cubicBezTo>
                      <a:pt x="61013" y="776"/>
                      <a:pt x="61196" y="594"/>
                      <a:pt x="61196" y="388"/>
                    </a:cubicBezTo>
                    <a:cubicBezTo>
                      <a:pt x="61196" y="183"/>
                      <a:pt x="61013" y="0"/>
                      <a:pt x="608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28"/>
              <p:cNvSpPr/>
              <p:nvPr/>
            </p:nvSpPr>
            <p:spPr>
              <a:xfrm>
                <a:off x="5953000" y="3543100"/>
                <a:ext cx="134700" cy="134700"/>
              </a:xfrm>
              <a:custGeom>
                <a:rect b="b" l="l" r="r" t="t"/>
                <a:pathLst>
                  <a:path extrusionOk="0" h="5388" w="5388">
                    <a:moveTo>
                      <a:pt x="2694" y="366"/>
                    </a:moveTo>
                    <a:cubicBezTo>
                      <a:pt x="3972" y="366"/>
                      <a:pt x="5022" y="1416"/>
                      <a:pt x="5022" y="2694"/>
                    </a:cubicBezTo>
                    <a:cubicBezTo>
                      <a:pt x="5022" y="3949"/>
                      <a:pt x="3972" y="4999"/>
                      <a:pt x="2694" y="4999"/>
                    </a:cubicBezTo>
                    <a:cubicBezTo>
                      <a:pt x="1416" y="4999"/>
                      <a:pt x="388" y="3949"/>
                      <a:pt x="388" y="2694"/>
                    </a:cubicBezTo>
                    <a:cubicBezTo>
                      <a:pt x="388" y="1416"/>
                      <a:pt x="1416" y="366"/>
                      <a:pt x="2694" y="366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0" y="1187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187"/>
                      <a:pt x="4177" y="1"/>
                      <a:pt x="2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5976400" y="3566500"/>
                <a:ext cx="87900" cy="87325"/>
              </a:xfrm>
              <a:custGeom>
                <a:rect b="b" l="l" r="r" t="t"/>
                <a:pathLst>
                  <a:path extrusionOk="0" h="3493" w="3516">
                    <a:moveTo>
                      <a:pt x="1758" y="0"/>
                    </a:moveTo>
                    <a:cubicBezTo>
                      <a:pt x="799" y="0"/>
                      <a:pt x="0" y="776"/>
                      <a:pt x="0" y="1758"/>
                    </a:cubicBezTo>
                    <a:cubicBezTo>
                      <a:pt x="0" y="2717"/>
                      <a:pt x="799" y="3493"/>
                      <a:pt x="1758" y="3493"/>
                    </a:cubicBezTo>
                    <a:cubicBezTo>
                      <a:pt x="2739" y="3493"/>
                      <a:pt x="3515" y="2717"/>
                      <a:pt x="3515" y="1758"/>
                    </a:cubicBezTo>
                    <a:cubicBezTo>
                      <a:pt x="3515" y="776"/>
                      <a:pt x="2739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5421175" y="2256325"/>
                <a:ext cx="134700" cy="134700"/>
              </a:xfrm>
              <a:custGeom>
                <a:rect b="b" l="l" r="r" t="t"/>
                <a:pathLst>
                  <a:path extrusionOk="0" h="5388" w="5388">
                    <a:moveTo>
                      <a:pt x="2694" y="389"/>
                    </a:moveTo>
                    <a:cubicBezTo>
                      <a:pt x="3972" y="389"/>
                      <a:pt x="4999" y="1416"/>
                      <a:pt x="4999" y="2694"/>
                    </a:cubicBezTo>
                    <a:cubicBezTo>
                      <a:pt x="4999" y="3972"/>
                      <a:pt x="3972" y="5022"/>
                      <a:pt x="2694" y="5022"/>
                    </a:cubicBezTo>
                    <a:cubicBezTo>
                      <a:pt x="1415" y="5022"/>
                      <a:pt x="365" y="3972"/>
                      <a:pt x="365" y="2694"/>
                    </a:cubicBezTo>
                    <a:cubicBezTo>
                      <a:pt x="365" y="1416"/>
                      <a:pt x="1415" y="389"/>
                      <a:pt x="2694" y="389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0" y="1210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210"/>
                      <a:pt x="4177" y="1"/>
                      <a:pt x="2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5444575" y="2279725"/>
                <a:ext cx="87900" cy="87900"/>
              </a:xfrm>
              <a:custGeom>
                <a:rect b="b" l="l" r="r" t="t"/>
                <a:pathLst>
                  <a:path extrusionOk="0" h="3516" w="3516">
                    <a:moveTo>
                      <a:pt x="1758" y="0"/>
                    </a:moveTo>
                    <a:cubicBezTo>
                      <a:pt x="776" y="0"/>
                      <a:pt x="0" y="799"/>
                      <a:pt x="0" y="1758"/>
                    </a:cubicBezTo>
                    <a:cubicBezTo>
                      <a:pt x="0" y="2739"/>
                      <a:pt x="776" y="3516"/>
                      <a:pt x="1758" y="3516"/>
                    </a:cubicBezTo>
                    <a:cubicBezTo>
                      <a:pt x="2716" y="3516"/>
                      <a:pt x="3515" y="2739"/>
                      <a:pt x="3515" y="1758"/>
                    </a:cubicBezTo>
                    <a:cubicBezTo>
                      <a:pt x="3515" y="799"/>
                      <a:pt x="2716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28"/>
              <p:cNvSpPr/>
              <p:nvPr/>
            </p:nvSpPr>
            <p:spPr>
              <a:xfrm>
                <a:off x="5459400" y="1912225"/>
                <a:ext cx="134700" cy="134700"/>
              </a:xfrm>
              <a:custGeom>
                <a:rect b="b" l="l" r="r" t="t"/>
                <a:pathLst>
                  <a:path extrusionOk="0" h="5388" w="5388">
                    <a:moveTo>
                      <a:pt x="2694" y="366"/>
                    </a:moveTo>
                    <a:cubicBezTo>
                      <a:pt x="3972" y="366"/>
                      <a:pt x="4999" y="1416"/>
                      <a:pt x="4999" y="2694"/>
                    </a:cubicBezTo>
                    <a:cubicBezTo>
                      <a:pt x="4999" y="3973"/>
                      <a:pt x="3972" y="5000"/>
                      <a:pt x="2694" y="5000"/>
                    </a:cubicBezTo>
                    <a:cubicBezTo>
                      <a:pt x="1416" y="5000"/>
                      <a:pt x="389" y="3973"/>
                      <a:pt x="389" y="2694"/>
                    </a:cubicBezTo>
                    <a:cubicBezTo>
                      <a:pt x="389" y="1416"/>
                      <a:pt x="1416" y="366"/>
                      <a:pt x="2694" y="366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1" y="1211"/>
                      <a:pt x="1" y="2694"/>
                    </a:cubicBezTo>
                    <a:cubicBezTo>
                      <a:pt x="1" y="4178"/>
                      <a:pt x="1210" y="5388"/>
                      <a:pt x="2694" y="5388"/>
                    </a:cubicBezTo>
                    <a:cubicBezTo>
                      <a:pt x="4178" y="5388"/>
                      <a:pt x="5387" y="4178"/>
                      <a:pt x="5387" y="2694"/>
                    </a:cubicBezTo>
                    <a:cubicBezTo>
                      <a:pt x="5387" y="1211"/>
                      <a:pt x="4178" y="1"/>
                      <a:pt x="2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28"/>
              <p:cNvSpPr/>
              <p:nvPr/>
            </p:nvSpPr>
            <p:spPr>
              <a:xfrm>
                <a:off x="5482800" y="1935625"/>
                <a:ext cx="87900" cy="87900"/>
              </a:xfrm>
              <a:custGeom>
                <a:rect b="b" l="l" r="r" t="t"/>
                <a:pathLst>
                  <a:path extrusionOk="0" h="3516" w="3516">
                    <a:moveTo>
                      <a:pt x="1758" y="1"/>
                    </a:moveTo>
                    <a:cubicBezTo>
                      <a:pt x="799" y="1"/>
                      <a:pt x="0" y="777"/>
                      <a:pt x="0" y="1758"/>
                    </a:cubicBezTo>
                    <a:cubicBezTo>
                      <a:pt x="0" y="2717"/>
                      <a:pt x="799" y="3516"/>
                      <a:pt x="1758" y="3516"/>
                    </a:cubicBezTo>
                    <a:cubicBezTo>
                      <a:pt x="2739" y="3516"/>
                      <a:pt x="3515" y="2717"/>
                      <a:pt x="3515" y="1758"/>
                    </a:cubicBezTo>
                    <a:cubicBezTo>
                      <a:pt x="3515" y="777"/>
                      <a:pt x="2739" y="1"/>
                      <a:pt x="1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4736975" y="1935625"/>
                <a:ext cx="87900" cy="87900"/>
              </a:xfrm>
              <a:custGeom>
                <a:rect b="b" l="l" r="r" t="t"/>
                <a:pathLst>
                  <a:path extrusionOk="0" h="3516" w="3516">
                    <a:moveTo>
                      <a:pt x="1758" y="1"/>
                    </a:moveTo>
                    <a:cubicBezTo>
                      <a:pt x="777" y="1"/>
                      <a:pt x="1" y="777"/>
                      <a:pt x="1" y="1758"/>
                    </a:cubicBezTo>
                    <a:cubicBezTo>
                      <a:pt x="1" y="2717"/>
                      <a:pt x="777" y="3516"/>
                      <a:pt x="1758" y="3516"/>
                    </a:cubicBezTo>
                    <a:cubicBezTo>
                      <a:pt x="2717" y="3516"/>
                      <a:pt x="3516" y="2717"/>
                      <a:pt x="3516" y="1758"/>
                    </a:cubicBezTo>
                    <a:cubicBezTo>
                      <a:pt x="3516" y="777"/>
                      <a:pt x="2717" y="1"/>
                      <a:pt x="1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7044625" y="2632950"/>
                <a:ext cx="87900" cy="87325"/>
              </a:xfrm>
              <a:custGeom>
                <a:rect b="b" l="l" r="r" t="t"/>
                <a:pathLst>
                  <a:path extrusionOk="0" h="3493" w="3516">
                    <a:moveTo>
                      <a:pt x="1758" y="0"/>
                    </a:moveTo>
                    <a:cubicBezTo>
                      <a:pt x="799" y="0"/>
                      <a:pt x="0" y="776"/>
                      <a:pt x="0" y="1735"/>
                    </a:cubicBezTo>
                    <a:cubicBezTo>
                      <a:pt x="0" y="2716"/>
                      <a:pt x="799" y="3493"/>
                      <a:pt x="1758" y="3493"/>
                    </a:cubicBezTo>
                    <a:cubicBezTo>
                      <a:pt x="2739" y="3493"/>
                      <a:pt x="3515" y="2716"/>
                      <a:pt x="3515" y="1735"/>
                    </a:cubicBezTo>
                    <a:cubicBezTo>
                      <a:pt x="3515" y="776"/>
                      <a:pt x="2739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28"/>
              <p:cNvSpPr/>
              <p:nvPr/>
            </p:nvSpPr>
            <p:spPr>
              <a:xfrm>
                <a:off x="4222850" y="1085400"/>
                <a:ext cx="134675" cy="134675"/>
              </a:xfrm>
              <a:custGeom>
                <a:rect b="b" l="l" r="r" t="t"/>
                <a:pathLst>
                  <a:path extrusionOk="0" h="5387" w="5387">
                    <a:moveTo>
                      <a:pt x="2694" y="388"/>
                    </a:moveTo>
                    <a:cubicBezTo>
                      <a:pt x="3972" y="388"/>
                      <a:pt x="5022" y="1415"/>
                      <a:pt x="5022" y="2694"/>
                    </a:cubicBezTo>
                    <a:cubicBezTo>
                      <a:pt x="5022" y="3972"/>
                      <a:pt x="3972" y="4999"/>
                      <a:pt x="2694" y="4999"/>
                    </a:cubicBezTo>
                    <a:cubicBezTo>
                      <a:pt x="1415" y="4999"/>
                      <a:pt x="388" y="3972"/>
                      <a:pt x="388" y="2694"/>
                    </a:cubicBezTo>
                    <a:cubicBezTo>
                      <a:pt x="388" y="1415"/>
                      <a:pt x="1415" y="388"/>
                      <a:pt x="2694" y="388"/>
                    </a:cubicBezTo>
                    <a:close/>
                    <a:moveTo>
                      <a:pt x="2694" y="0"/>
                    </a:moveTo>
                    <a:cubicBezTo>
                      <a:pt x="1210" y="0"/>
                      <a:pt x="0" y="1210"/>
                      <a:pt x="0" y="2694"/>
                    </a:cubicBezTo>
                    <a:cubicBezTo>
                      <a:pt x="0" y="4177"/>
                      <a:pt x="1210" y="5387"/>
                      <a:pt x="2694" y="5387"/>
                    </a:cubicBezTo>
                    <a:cubicBezTo>
                      <a:pt x="4177" y="5387"/>
                      <a:pt x="5387" y="4177"/>
                      <a:pt x="5387" y="2694"/>
                    </a:cubicBezTo>
                    <a:cubicBezTo>
                      <a:pt x="5387" y="1210"/>
                      <a:pt x="4177" y="0"/>
                      <a:pt x="26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28"/>
              <p:cNvSpPr/>
              <p:nvPr/>
            </p:nvSpPr>
            <p:spPr>
              <a:xfrm>
                <a:off x="4246800" y="1108775"/>
                <a:ext cx="87350" cy="87925"/>
              </a:xfrm>
              <a:custGeom>
                <a:rect b="b" l="l" r="r" t="t"/>
                <a:pathLst>
                  <a:path extrusionOk="0" h="3517" w="3494">
                    <a:moveTo>
                      <a:pt x="1736" y="1"/>
                    </a:moveTo>
                    <a:cubicBezTo>
                      <a:pt x="777" y="1"/>
                      <a:pt x="1" y="800"/>
                      <a:pt x="1" y="1759"/>
                    </a:cubicBezTo>
                    <a:cubicBezTo>
                      <a:pt x="1" y="2717"/>
                      <a:pt x="777" y="3516"/>
                      <a:pt x="1736" y="3516"/>
                    </a:cubicBezTo>
                    <a:cubicBezTo>
                      <a:pt x="2717" y="3516"/>
                      <a:pt x="3493" y="2717"/>
                      <a:pt x="3493" y="1759"/>
                    </a:cubicBezTo>
                    <a:cubicBezTo>
                      <a:pt x="3493" y="800"/>
                      <a:pt x="2717" y="1"/>
                      <a:pt x="17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3502700" y="2585000"/>
                <a:ext cx="134700" cy="134700"/>
              </a:xfrm>
              <a:custGeom>
                <a:rect b="b" l="l" r="r" t="t"/>
                <a:pathLst>
                  <a:path extrusionOk="0" h="5388" w="5388">
                    <a:moveTo>
                      <a:pt x="2694" y="389"/>
                    </a:moveTo>
                    <a:cubicBezTo>
                      <a:pt x="3972" y="389"/>
                      <a:pt x="4999" y="1416"/>
                      <a:pt x="4999" y="2694"/>
                    </a:cubicBezTo>
                    <a:cubicBezTo>
                      <a:pt x="4999" y="3973"/>
                      <a:pt x="3972" y="5000"/>
                      <a:pt x="2694" y="5000"/>
                    </a:cubicBezTo>
                    <a:cubicBezTo>
                      <a:pt x="1416" y="5000"/>
                      <a:pt x="389" y="3973"/>
                      <a:pt x="389" y="2694"/>
                    </a:cubicBezTo>
                    <a:cubicBezTo>
                      <a:pt x="389" y="1416"/>
                      <a:pt x="1416" y="389"/>
                      <a:pt x="2694" y="389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1" y="1211"/>
                      <a:pt x="1" y="2694"/>
                    </a:cubicBezTo>
                    <a:cubicBezTo>
                      <a:pt x="1" y="4178"/>
                      <a:pt x="1210" y="5388"/>
                      <a:pt x="2694" y="5388"/>
                    </a:cubicBezTo>
                    <a:cubicBezTo>
                      <a:pt x="4178" y="5388"/>
                      <a:pt x="5387" y="4178"/>
                      <a:pt x="5387" y="2694"/>
                    </a:cubicBezTo>
                    <a:cubicBezTo>
                      <a:pt x="5387" y="1211"/>
                      <a:pt x="4178" y="1"/>
                      <a:pt x="2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3526100" y="2608400"/>
                <a:ext cx="87900" cy="87900"/>
              </a:xfrm>
              <a:custGeom>
                <a:rect b="b" l="l" r="r" t="t"/>
                <a:pathLst>
                  <a:path extrusionOk="0" h="3516" w="3516">
                    <a:moveTo>
                      <a:pt x="1758" y="1"/>
                    </a:moveTo>
                    <a:cubicBezTo>
                      <a:pt x="776" y="1"/>
                      <a:pt x="0" y="777"/>
                      <a:pt x="0" y="1758"/>
                    </a:cubicBezTo>
                    <a:cubicBezTo>
                      <a:pt x="0" y="2717"/>
                      <a:pt x="776" y="3516"/>
                      <a:pt x="1758" y="3516"/>
                    </a:cubicBezTo>
                    <a:cubicBezTo>
                      <a:pt x="2717" y="3516"/>
                      <a:pt x="3516" y="2717"/>
                      <a:pt x="3516" y="1758"/>
                    </a:cubicBezTo>
                    <a:cubicBezTo>
                      <a:pt x="3516" y="777"/>
                      <a:pt x="2717" y="1"/>
                      <a:pt x="1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2281550" y="1156150"/>
                <a:ext cx="134700" cy="134700"/>
              </a:xfrm>
              <a:custGeom>
                <a:rect b="b" l="l" r="r" t="t"/>
                <a:pathLst>
                  <a:path extrusionOk="0" h="5388" w="5388">
                    <a:moveTo>
                      <a:pt x="2694" y="366"/>
                    </a:moveTo>
                    <a:cubicBezTo>
                      <a:pt x="3972" y="366"/>
                      <a:pt x="4999" y="1416"/>
                      <a:pt x="4999" y="2694"/>
                    </a:cubicBezTo>
                    <a:cubicBezTo>
                      <a:pt x="4999" y="3972"/>
                      <a:pt x="3972" y="4999"/>
                      <a:pt x="2694" y="4999"/>
                    </a:cubicBezTo>
                    <a:cubicBezTo>
                      <a:pt x="1416" y="4999"/>
                      <a:pt x="366" y="3972"/>
                      <a:pt x="366" y="2694"/>
                    </a:cubicBezTo>
                    <a:cubicBezTo>
                      <a:pt x="366" y="1416"/>
                      <a:pt x="1416" y="366"/>
                      <a:pt x="2694" y="366"/>
                    </a:cubicBezTo>
                    <a:close/>
                    <a:moveTo>
                      <a:pt x="2694" y="0"/>
                    </a:moveTo>
                    <a:cubicBezTo>
                      <a:pt x="1210" y="0"/>
                      <a:pt x="0" y="1210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210"/>
                      <a:pt x="4177" y="0"/>
                      <a:pt x="26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2304950" y="1179550"/>
                <a:ext cx="87325" cy="87900"/>
              </a:xfrm>
              <a:custGeom>
                <a:rect b="b" l="l" r="r" t="t"/>
                <a:pathLst>
                  <a:path extrusionOk="0" h="3516" w="3493">
                    <a:moveTo>
                      <a:pt x="1758" y="0"/>
                    </a:moveTo>
                    <a:cubicBezTo>
                      <a:pt x="776" y="0"/>
                      <a:pt x="0" y="776"/>
                      <a:pt x="0" y="1758"/>
                    </a:cubicBezTo>
                    <a:cubicBezTo>
                      <a:pt x="0" y="2717"/>
                      <a:pt x="776" y="3515"/>
                      <a:pt x="1758" y="3515"/>
                    </a:cubicBezTo>
                    <a:cubicBezTo>
                      <a:pt x="2716" y="3515"/>
                      <a:pt x="3493" y="2717"/>
                      <a:pt x="3493" y="1758"/>
                    </a:cubicBezTo>
                    <a:cubicBezTo>
                      <a:pt x="3493" y="776"/>
                      <a:pt x="2716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28"/>
              <p:cNvSpPr/>
              <p:nvPr/>
            </p:nvSpPr>
            <p:spPr>
              <a:xfrm>
                <a:off x="1577950" y="1004925"/>
                <a:ext cx="94750" cy="94750"/>
              </a:xfrm>
              <a:custGeom>
                <a:rect b="b" l="l" r="r" t="t"/>
                <a:pathLst>
                  <a:path extrusionOk="0" h="3790" w="3790">
                    <a:moveTo>
                      <a:pt x="1895" y="366"/>
                    </a:moveTo>
                    <a:cubicBezTo>
                      <a:pt x="2717" y="366"/>
                      <a:pt x="3402" y="1051"/>
                      <a:pt x="3402" y="1895"/>
                    </a:cubicBezTo>
                    <a:cubicBezTo>
                      <a:pt x="3402" y="2717"/>
                      <a:pt x="2717" y="3402"/>
                      <a:pt x="1895" y="3402"/>
                    </a:cubicBezTo>
                    <a:cubicBezTo>
                      <a:pt x="1051" y="3402"/>
                      <a:pt x="366" y="2717"/>
                      <a:pt x="366" y="1895"/>
                    </a:cubicBezTo>
                    <a:cubicBezTo>
                      <a:pt x="366" y="1051"/>
                      <a:pt x="1051" y="366"/>
                      <a:pt x="1895" y="366"/>
                    </a:cubicBezTo>
                    <a:close/>
                    <a:moveTo>
                      <a:pt x="1895" y="1"/>
                    </a:moveTo>
                    <a:cubicBezTo>
                      <a:pt x="845" y="1"/>
                      <a:pt x="1" y="845"/>
                      <a:pt x="1" y="1895"/>
                    </a:cubicBezTo>
                    <a:cubicBezTo>
                      <a:pt x="1" y="2922"/>
                      <a:pt x="845" y="3790"/>
                      <a:pt x="1895" y="3790"/>
                    </a:cubicBezTo>
                    <a:cubicBezTo>
                      <a:pt x="2922" y="3790"/>
                      <a:pt x="3790" y="2922"/>
                      <a:pt x="3790" y="1895"/>
                    </a:cubicBezTo>
                    <a:cubicBezTo>
                      <a:pt x="3790" y="845"/>
                      <a:pt x="2922" y="1"/>
                      <a:pt x="18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28"/>
              <p:cNvSpPr/>
              <p:nvPr/>
            </p:nvSpPr>
            <p:spPr>
              <a:xfrm>
                <a:off x="1595075" y="1022050"/>
                <a:ext cx="59950" cy="59950"/>
              </a:xfrm>
              <a:custGeom>
                <a:rect b="b" l="l" r="r" t="t"/>
                <a:pathLst>
                  <a:path extrusionOk="0" h="2398" w="2398">
                    <a:moveTo>
                      <a:pt x="1210" y="1"/>
                    </a:moveTo>
                    <a:cubicBezTo>
                      <a:pt x="548" y="1"/>
                      <a:pt x="1" y="548"/>
                      <a:pt x="1" y="1210"/>
                    </a:cubicBezTo>
                    <a:cubicBezTo>
                      <a:pt x="1" y="1872"/>
                      <a:pt x="548" y="2397"/>
                      <a:pt x="1210" y="2397"/>
                    </a:cubicBezTo>
                    <a:cubicBezTo>
                      <a:pt x="1872" y="2397"/>
                      <a:pt x="2397" y="1872"/>
                      <a:pt x="2397" y="1210"/>
                    </a:cubicBezTo>
                    <a:cubicBezTo>
                      <a:pt x="2397" y="548"/>
                      <a:pt x="1872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28"/>
              <p:cNvSpPr/>
              <p:nvPr/>
            </p:nvSpPr>
            <p:spPr>
              <a:xfrm>
                <a:off x="2892125" y="1170425"/>
                <a:ext cx="106150" cy="106150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59" y="0"/>
                      <a:pt x="0" y="936"/>
                      <a:pt x="0" y="2123"/>
                    </a:cubicBezTo>
                    <a:cubicBezTo>
                      <a:pt x="0" y="3287"/>
                      <a:pt x="959" y="4246"/>
                      <a:pt x="2123" y="4246"/>
                    </a:cubicBezTo>
                    <a:cubicBezTo>
                      <a:pt x="3310" y="4246"/>
                      <a:pt x="4246" y="3287"/>
                      <a:pt x="4246" y="2123"/>
                    </a:cubicBezTo>
                    <a:cubicBezTo>
                      <a:pt x="4246" y="936"/>
                      <a:pt x="3310" y="0"/>
                      <a:pt x="21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28"/>
              <p:cNvSpPr/>
              <p:nvPr/>
            </p:nvSpPr>
            <p:spPr>
              <a:xfrm>
                <a:off x="7004675" y="1366150"/>
                <a:ext cx="106150" cy="106150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36" y="0"/>
                      <a:pt x="0" y="959"/>
                      <a:pt x="0" y="2123"/>
                    </a:cubicBezTo>
                    <a:cubicBezTo>
                      <a:pt x="0" y="3310"/>
                      <a:pt x="936" y="4246"/>
                      <a:pt x="2123" y="4246"/>
                    </a:cubicBezTo>
                    <a:cubicBezTo>
                      <a:pt x="3287" y="4246"/>
                      <a:pt x="4246" y="3310"/>
                      <a:pt x="4246" y="2123"/>
                    </a:cubicBezTo>
                    <a:cubicBezTo>
                      <a:pt x="4246" y="959"/>
                      <a:pt x="3287" y="0"/>
                      <a:pt x="21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28"/>
              <p:cNvSpPr/>
              <p:nvPr/>
            </p:nvSpPr>
            <p:spPr>
              <a:xfrm>
                <a:off x="6446600" y="2270600"/>
                <a:ext cx="106150" cy="106150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59" y="0"/>
                      <a:pt x="0" y="959"/>
                      <a:pt x="0" y="2123"/>
                    </a:cubicBezTo>
                    <a:cubicBezTo>
                      <a:pt x="0" y="3310"/>
                      <a:pt x="959" y="4246"/>
                      <a:pt x="2123" y="4246"/>
                    </a:cubicBezTo>
                    <a:cubicBezTo>
                      <a:pt x="3310" y="4246"/>
                      <a:pt x="4246" y="3310"/>
                      <a:pt x="4246" y="2123"/>
                    </a:cubicBezTo>
                    <a:cubicBezTo>
                      <a:pt x="4246" y="959"/>
                      <a:pt x="3310" y="0"/>
                      <a:pt x="21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28"/>
              <p:cNvSpPr/>
              <p:nvPr/>
            </p:nvSpPr>
            <p:spPr>
              <a:xfrm>
                <a:off x="6258275" y="3300575"/>
                <a:ext cx="69650" cy="69650"/>
              </a:xfrm>
              <a:custGeom>
                <a:rect b="b" l="l" r="r" t="t"/>
                <a:pathLst>
                  <a:path extrusionOk="0" h="2786" w="2786">
                    <a:moveTo>
                      <a:pt x="1393" y="1"/>
                    </a:moveTo>
                    <a:cubicBezTo>
                      <a:pt x="617" y="1"/>
                      <a:pt x="1" y="617"/>
                      <a:pt x="1" y="1393"/>
                    </a:cubicBezTo>
                    <a:cubicBezTo>
                      <a:pt x="1" y="2146"/>
                      <a:pt x="617" y="2786"/>
                      <a:pt x="1393" y="2786"/>
                    </a:cubicBezTo>
                    <a:cubicBezTo>
                      <a:pt x="2169" y="2786"/>
                      <a:pt x="2786" y="2146"/>
                      <a:pt x="2786" y="1393"/>
                    </a:cubicBezTo>
                    <a:cubicBezTo>
                      <a:pt x="2786" y="617"/>
                      <a:pt x="2169" y="1"/>
                      <a:pt x="13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28"/>
              <p:cNvSpPr/>
              <p:nvPr/>
            </p:nvSpPr>
            <p:spPr>
              <a:xfrm>
                <a:off x="4746100" y="3030675"/>
                <a:ext cx="69650" cy="69075"/>
              </a:xfrm>
              <a:custGeom>
                <a:rect b="b" l="l" r="r" t="t"/>
                <a:pathLst>
                  <a:path extrusionOk="0" h="2763" w="2786">
                    <a:moveTo>
                      <a:pt x="1393" y="0"/>
                    </a:moveTo>
                    <a:cubicBezTo>
                      <a:pt x="617" y="0"/>
                      <a:pt x="1" y="617"/>
                      <a:pt x="1" y="1393"/>
                    </a:cubicBezTo>
                    <a:cubicBezTo>
                      <a:pt x="1" y="2146"/>
                      <a:pt x="617" y="2762"/>
                      <a:pt x="1393" y="2762"/>
                    </a:cubicBezTo>
                    <a:cubicBezTo>
                      <a:pt x="2169" y="2762"/>
                      <a:pt x="2786" y="2146"/>
                      <a:pt x="2786" y="1393"/>
                    </a:cubicBezTo>
                    <a:cubicBezTo>
                      <a:pt x="2786" y="617"/>
                      <a:pt x="2169" y="0"/>
                      <a:pt x="13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28"/>
              <p:cNvSpPr/>
              <p:nvPr/>
            </p:nvSpPr>
            <p:spPr>
              <a:xfrm>
                <a:off x="5111875" y="1378700"/>
                <a:ext cx="106175" cy="106150"/>
              </a:xfrm>
              <a:custGeom>
                <a:rect b="b" l="l" r="r" t="t"/>
                <a:pathLst>
                  <a:path extrusionOk="0" h="4246" w="4247">
                    <a:moveTo>
                      <a:pt x="2124" y="0"/>
                    </a:moveTo>
                    <a:cubicBezTo>
                      <a:pt x="960" y="0"/>
                      <a:pt x="1" y="959"/>
                      <a:pt x="1" y="2123"/>
                    </a:cubicBezTo>
                    <a:cubicBezTo>
                      <a:pt x="1" y="3310"/>
                      <a:pt x="960" y="4246"/>
                      <a:pt x="2124" y="4246"/>
                    </a:cubicBezTo>
                    <a:cubicBezTo>
                      <a:pt x="3288" y="4246"/>
                      <a:pt x="4246" y="3310"/>
                      <a:pt x="4246" y="2123"/>
                    </a:cubicBezTo>
                    <a:cubicBezTo>
                      <a:pt x="4246" y="959"/>
                      <a:pt x="3288" y="0"/>
                      <a:pt x="21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28"/>
              <p:cNvSpPr/>
              <p:nvPr/>
            </p:nvSpPr>
            <p:spPr>
              <a:xfrm>
                <a:off x="5692225" y="1404950"/>
                <a:ext cx="75350" cy="74775"/>
              </a:xfrm>
              <a:custGeom>
                <a:rect b="b" l="l" r="r" t="t"/>
                <a:pathLst>
                  <a:path extrusionOk="0" h="2991" w="3014">
                    <a:moveTo>
                      <a:pt x="1507" y="0"/>
                    </a:moveTo>
                    <a:cubicBezTo>
                      <a:pt x="685" y="0"/>
                      <a:pt x="0" y="662"/>
                      <a:pt x="0" y="1507"/>
                    </a:cubicBezTo>
                    <a:cubicBezTo>
                      <a:pt x="0" y="2328"/>
                      <a:pt x="685" y="2990"/>
                      <a:pt x="1507" y="2990"/>
                    </a:cubicBezTo>
                    <a:cubicBezTo>
                      <a:pt x="2328" y="2990"/>
                      <a:pt x="3013" y="2328"/>
                      <a:pt x="3013" y="1507"/>
                    </a:cubicBezTo>
                    <a:cubicBezTo>
                      <a:pt x="3013" y="662"/>
                      <a:pt x="2328" y="0"/>
                      <a:pt x="150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28"/>
              <p:cNvSpPr/>
              <p:nvPr/>
            </p:nvSpPr>
            <p:spPr>
              <a:xfrm>
                <a:off x="5821750" y="1469425"/>
                <a:ext cx="79350" cy="79350"/>
              </a:xfrm>
              <a:custGeom>
                <a:rect b="b" l="l" r="r" t="t"/>
                <a:pathLst>
                  <a:path extrusionOk="0" h="3174" w="3174">
                    <a:moveTo>
                      <a:pt x="1598" y="1"/>
                    </a:moveTo>
                    <a:cubicBezTo>
                      <a:pt x="708" y="1"/>
                      <a:pt x="1" y="708"/>
                      <a:pt x="1" y="1575"/>
                    </a:cubicBezTo>
                    <a:cubicBezTo>
                      <a:pt x="1" y="2466"/>
                      <a:pt x="708" y="3173"/>
                      <a:pt x="1598" y="3173"/>
                    </a:cubicBezTo>
                    <a:cubicBezTo>
                      <a:pt x="2466" y="3173"/>
                      <a:pt x="3173" y="2466"/>
                      <a:pt x="3173" y="1575"/>
                    </a:cubicBezTo>
                    <a:cubicBezTo>
                      <a:pt x="3173" y="708"/>
                      <a:pt x="2466" y="1"/>
                      <a:pt x="15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28"/>
              <p:cNvSpPr/>
              <p:nvPr/>
            </p:nvSpPr>
            <p:spPr>
              <a:xfrm>
                <a:off x="3572900" y="2384150"/>
                <a:ext cx="139825" cy="139250"/>
              </a:xfrm>
              <a:custGeom>
                <a:rect b="b" l="l" r="r" t="t"/>
                <a:pathLst>
                  <a:path extrusionOk="0" h="5570" w="5593">
                    <a:moveTo>
                      <a:pt x="2808" y="0"/>
                    </a:moveTo>
                    <a:cubicBezTo>
                      <a:pt x="1255" y="0"/>
                      <a:pt x="0" y="1233"/>
                      <a:pt x="0" y="2785"/>
                    </a:cubicBezTo>
                    <a:cubicBezTo>
                      <a:pt x="0" y="4314"/>
                      <a:pt x="1255" y="5570"/>
                      <a:pt x="2808" y="5570"/>
                    </a:cubicBezTo>
                    <a:cubicBezTo>
                      <a:pt x="4337" y="5570"/>
                      <a:pt x="5592" y="4314"/>
                      <a:pt x="5592" y="2785"/>
                    </a:cubicBezTo>
                    <a:cubicBezTo>
                      <a:pt x="5592" y="1233"/>
                      <a:pt x="4337" y="0"/>
                      <a:pt x="28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28"/>
              <p:cNvSpPr/>
              <p:nvPr/>
            </p:nvSpPr>
            <p:spPr>
              <a:xfrm>
                <a:off x="5419450" y="2995300"/>
                <a:ext cx="139825" cy="139825"/>
              </a:xfrm>
              <a:custGeom>
                <a:rect b="b" l="l" r="r" t="t"/>
                <a:pathLst>
                  <a:path extrusionOk="0" h="5593" w="5593">
                    <a:moveTo>
                      <a:pt x="2785" y="0"/>
                    </a:moveTo>
                    <a:cubicBezTo>
                      <a:pt x="1256" y="0"/>
                      <a:pt x="1" y="1256"/>
                      <a:pt x="1" y="2808"/>
                    </a:cubicBezTo>
                    <a:cubicBezTo>
                      <a:pt x="1" y="4337"/>
                      <a:pt x="1256" y="5592"/>
                      <a:pt x="2785" y="5592"/>
                    </a:cubicBezTo>
                    <a:cubicBezTo>
                      <a:pt x="4338" y="5592"/>
                      <a:pt x="5593" y="4337"/>
                      <a:pt x="5593" y="2808"/>
                    </a:cubicBezTo>
                    <a:cubicBezTo>
                      <a:pt x="5593" y="1256"/>
                      <a:pt x="4338" y="0"/>
                      <a:pt x="27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28"/>
              <p:cNvSpPr/>
              <p:nvPr/>
            </p:nvSpPr>
            <p:spPr>
              <a:xfrm>
                <a:off x="3311550" y="1787275"/>
                <a:ext cx="65075" cy="65075"/>
              </a:xfrm>
              <a:custGeom>
                <a:rect b="b" l="l" r="r" t="t"/>
                <a:pathLst>
                  <a:path extrusionOk="0" h="2603" w="2603">
                    <a:moveTo>
                      <a:pt x="1301" y="0"/>
                    </a:moveTo>
                    <a:cubicBezTo>
                      <a:pt x="594" y="0"/>
                      <a:pt x="0" y="571"/>
                      <a:pt x="0" y="1301"/>
                    </a:cubicBezTo>
                    <a:cubicBezTo>
                      <a:pt x="0" y="2009"/>
                      <a:pt x="594" y="2602"/>
                      <a:pt x="1301" y="2602"/>
                    </a:cubicBezTo>
                    <a:cubicBezTo>
                      <a:pt x="2009" y="2602"/>
                      <a:pt x="2602" y="2009"/>
                      <a:pt x="2602" y="1301"/>
                    </a:cubicBezTo>
                    <a:cubicBezTo>
                      <a:pt x="2602" y="571"/>
                      <a:pt x="2009" y="0"/>
                      <a:pt x="13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28"/>
              <p:cNvSpPr/>
              <p:nvPr/>
            </p:nvSpPr>
            <p:spPr>
              <a:xfrm>
                <a:off x="3501550" y="1519075"/>
                <a:ext cx="143825" cy="144400"/>
              </a:xfrm>
              <a:custGeom>
                <a:rect b="b" l="l" r="r" t="t"/>
                <a:pathLst>
                  <a:path extrusionOk="0" h="5776" w="5753">
                    <a:moveTo>
                      <a:pt x="2877" y="388"/>
                    </a:moveTo>
                    <a:cubicBezTo>
                      <a:pt x="4246" y="388"/>
                      <a:pt x="5388" y="1507"/>
                      <a:pt x="5388" y="2899"/>
                    </a:cubicBezTo>
                    <a:cubicBezTo>
                      <a:pt x="5388" y="4269"/>
                      <a:pt x="4246" y="5410"/>
                      <a:pt x="2877" y="5410"/>
                    </a:cubicBezTo>
                    <a:cubicBezTo>
                      <a:pt x="1485" y="5410"/>
                      <a:pt x="366" y="4269"/>
                      <a:pt x="366" y="2899"/>
                    </a:cubicBezTo>
                    <a:cubicBezTo>
                      <a:pt x="366" y="1507"/>
                      <a:pt x="1485" y="388"/>
                      <a:pt x="2877" y="388"/>
                    </a:cubicBezTo>
                    <a:close/>
                    <a:moveTo>
                      <a:pt x="2877" y="0"/>
                    </a:moveTo>
                    <a:cubicBezTo>
                      <a:pt x="1279" y="0"/>
                      <a:pt x="1" y="1301"/>
                      <a:pt x="1" y="2899"/>
                    </a:cubicBezTo>
                    <a:cubicBezTo>
                      <a:pt x="1" y="4497"/>
                      <a:pt x="1279" y="5775"/>
                      <a:pt x="2877" y="5775"/>
                    </a:cubicBezTo>
                    <a:cubicBezTo>
                      <a:pt x="4475" y="5775"/>
                      <a:pt x="5753" y="4497"/>
                      <a:pt x="5753" y="2899"/>
                    </a:cubicBezTo>
                    <a:cubicBezTo>
                      <a:pt x="5753" y="1301"/>
                      <a:pt x="4475" y="0"/>
                      <a:pt x="28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28"/>
              <p:cNvSpPr/>
              <p:nvPr/>
            </p:nvSpPr>
            <p:spPr>
              <a:xfrm>
                <a:off x="3526675" y="1544750"/>
                <a:ext cx="93600" cy="93050"/>
              </a:xfrm>
              <a:custGeom>
                <a:rect b="b" l="l" r="r" t="t"/>
                <a:pathLst>
                  <a:path extrusionOk="0" h="3722" w="3744">
                    <a:moveTo>
                      <a:pt x="1872" y="0"/>
                    </a:moveTo>
                    <a:cubicBezTo>
                      <a:pt x="845" y="0"/>
                      <a:pt x="0" y="845"/>
                      <a:pt x="0" y="1872"/>
                    </a:cubicBezTo>
                    <a:cubicBezTo>
                      <a:pt x="0" y="2899"/>
                      <a:pt x="845" y="3721"/>
                      <a:pt x="1872" y="3721"/>
                    </a:cubicBezTo>
                    <a:cubicBezTo>
                      <a:pt x="2899" y="3721"/>
                      <a:pt x="3744" y="2899"/>
                      <a:pt x="3744" y="1872"/>
                    </a:cubicBezTo>
                    <a:cubicBezTo>
                      <a:pt x="3744" y="845"/>
                      <a:pt x="2899" y="0"/>
                      <a:pt x="18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28"/>
              <p:cNvSpPr/>
              <p:nvPr/>
            </p:nvSpPr>
            <p:spPr>
              <a:xfrm>
                <a:off x="1930050" y="1563575"/>
                <a:ext cx="106150" cy="106175"/>
              </a:xfrm>
              <a:custGeom>
                <a:rect b="b" l="l" r="r" t="t"/>
                <a:pathLst>
                  <a:path extrusionOk="0" h="4247" w="4246">
                    <a:moveTo>
                      <a:pt x="2123" y="1"/>
                    </a:moveTo>
                    <a:cubicBezTo>
                      <a:pt x="959" y="1"/>
                      <a:pt x="0" y="937"/>
                      <a:pt x="0" y="2123"/>
                    </a:cubicBezTo>
                    <a:cubicBezTo>
                      <a:pt x="0" y="3288"/>
                      <a:pt x="959" y="4246"/>
                      <a:pt x="2123" y="4246"/>
                    </a:cubicBezTo>
                    <a:cubicBezTo>
                      <a:pt x="3310" y="4246"/>
                      <a:pt x="4246" y="3288"/>
                      <a:pt x="4246" y="2123"/>
                    </a:cubicBezTo>
                    <a:cubicBezTo>
                      <a:pt x="4246" y="937"/>
                      <a:pt x="3310" y="1"/>
                      <a:pt x="21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28"/>
              <p:cNvSpPr/>
              <p:nvPr/>
            </p:nvSpPr>
            <p:spPr>
              <a:xfrm>
                <a:off x="1621325" y="1563575"/>
                <a:ext cx="106175" cy="106175"/>
              </a:xfrm>
              <a:custGeom>
                <a:rect b="b" l="l" r="r" t="t"/>
                <a:pathLst>
                  <a:path extrusionOk="0" h="4247" w="4247">
                    <a:moveTo>
                      <a:pt x="2123" y="1"/>
                    </a:moveTo>
                    <a:cubicBezTo>
                      <a:pt x="936" y="1"/>
                      <a:pt x="1" y="937"/>
                      <a:pt x="1" y="2123"/>
                    </a:cubicBezTo>
                    <a:cubicBezTo>
                      <a:pt x="1" y="3288"/>
                      <a:pt x="936" y="4246"/>
                      <a:pt x="2123" y="4246"/>
                    </a:cubicBezTo>
                    <a:cubicBezTo>
                      <a:pt x="3287" y="4246"/>
                      <a:pt x="4246" y="3288"/>
                      <a:pt x="4246" y="2123"/>
                    </a:cubicBezTo>
                    <a:cubicBezTo>
                      <a:pt x="4246" y="937"/>
                      <a:pt x="3287" y="1"/>
                      <a:pt x="21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28"/>
              <p:cNvSpPr/>
              <p:nvPr/>
            </p:nvSpPr>
            <p:spPr>
              <a:xfrm>
                <a:off x="944550" y="1765575"/>
                <a:ext cx="106175" cy="106175"/>
              </a:xfrm>
              <a:custGeom>
                <a:rect b="b" l="l" r="r" t="t"/>
                <a:pathLst>
                  <a:path extrusionOk="0" h="4247" w="4247">
                    <a:moveTo>
                      <a:pt x="2123" y="1"/>
                    </a:moveTo>
                    <a:cubicBezTo>
                      <a:pt x="959" y="1"/>
                      <a:pt x="1" y="960"/>
                      <a:pt x="1" y="2124"/>
                    </a:cubicBezTo>
                    <a:cubicBezTo>
                      <a:pt x="1" y="3311"/>
                      <a:pt x="959" y="4246"/>
                      <a:pt x="2123" y="4246"/>
                    </a:cubicBezTo>
                    <a:cubicBezTo>
                      <a:pt x="3310" y="4246"/>
                      <a:pt x="4246" y="3311"/>
                      <a:pt x="4246" y="2124"/>
                    </a:cubicBezTo>
                    <a:cubicBezTo>
                      <a:pt x="4246" y="960"/>
                      <a:pt x="3310" y="1"/>
                      <a:pt x="21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28"/>
              <p:cNvSpPr/>
              <p:nvPr/>
            </p:nvSpPr>
            <p:spPr>
              <a:xfrm>
                <a:off x="496050" y="1323925"/>
                <a:ext cx="106150" cy="106150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59" y="0"/>
                      <a:pt x="0" y="936"/>
                      <a:pt x="0" y="2123"/>
                    </a:cubicBezTo>
                    <a:cubicBezTo>
                      <a:pt x="0" y="3287"/>
                      <a:pt x="959" y="4246"/>
                      <a:pt x="2123" y="4246"/>
                    </a:cubicBezTo>
                    <a:cubicBezTo>
                      <a:pt x="3287" y="4246"/>
                      <a:pt x="4246" y="3287"/>
                      <a:pt x="4246" y="2123"/>
                    </a:cubicBezTo>
                    <a:cubicBezTo>
                      <a:pt x="4246" y="936"/>
                      <a:pt x="3287" y="0"/>
                      <a:pt x="21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28"/>
              <p:cNvSpPr/>
              <p:nvPr/>
            </p:nvSpPr>
            <p:spPr>
              <a:xfrm>
                <a:off x="3168300" y="1186975"/>
                <a:ext cx="72500" cy="73050"/>
              </a:xfrm>
              <a:custGeom>
                <a:rect b="b" l="l" r="r" t="t"/>
                <a:pathLst>
                  <a:path extrusionOk="0" h="2922" w="2900">
                    <a:moveTo>
                      <a:pt x="1462" y="0"/>
                    </a:moveTo>
                    <a:cubicBezTo>
                      <a:pt x="640" y="0"/>
                      <a:pt x="1" y="639"/>
                      <a:pt x="1" y="1461"/>
                    </a:cubicBezTo>
                    <a:cubicBezTo>
                      <a:pt x="1" y="2260"/>
                      <a:pt x="640" y="2922"/>
                      <a:pt x="1462" y="2922"/>
                    </a:cubicBezTo>
                    <a:cubicBezTo>
                      <a:pt x="2261" y="2922"/>
                      <a:pt x="2900" y="2260"/>
                      <a:pt x="2900" y="1461"/>
                    </a:cubicBezTo>
                    <a:cubicBezTo>
                      <a:pt x="2900" y="639"/>
                      <a:pt x="2261" y="0"/>
                      <a:pt x="14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28"/>
              <p:cNvSpPr/>
              <p:nvPr/>
            </p:nvSpPr>
            <p:spPr>
              <a:xfrm>
                <a:off x="1238425" y="1362725"/>
                <a:ext cx="73075" cy="73050"/>
              </a:xfrm>
              <a:custGeom>
                <a:rect b="b" l="l" r="r" t="t"/>
                <a:pathLst>
                  <a:path extrusionOk="0" h="2922" w="2923">
                    <a:moveTo>
                      <a:pt x="1462" y="0"/>
                    </a:moveTo>
                    <a:cubicBezTo>
                      <a:pt x="640" y="0"/>
                      <a:pt x="1" y="662"/>
                      <a:pt x="1" y="1461"/>
                    </a:cubicBezTo>
                    <a:cubicBezTo>
                      <a:pt x="1" y="2260"/>
                      <a:pt x="640" y="2922"/>
                      <a:pt x="1462" y="2922"/>
                    </a:cubicBezTo>
                    <a:cubicBezTo>
                      <a:pt x="2260" y="2922"/>
                      <a:pt x="2922" y="2260"/>
                      <a:pt x="2922" y="1461"/>
                    </a:cubicBezTo>
                    <a:cubicBezTo>
                      <a:pt x="2922" y="662"/>
                      <a:pt x="2260" y="0"/>
                      <a:pt x="14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28"/>
              <p:cNvSpPr/>
              <p:nvPr/>
            </p:nvSpPr>
            <p:spPr>
              <a:xfrm>
                <a:off x="2281550" y="832600"/>
                <a:ext cx="2995850" cy="9725"/>
              </a:xfrm>
              <a:custGeom>
                <a:rect b="b" l="l" r="r" t="t"/>
                <a:pathLst>
                  <a:path extrusionOk="0" h="389" w="119834">
                    <a:moveTo>
                      <a:pt x="183" y="1"/>
                    </a:moveTo>
                    <a:cubicBezTo>
                      <a:pt x="69" y="1"/>
                      <a:pt x="0" y="92"/>
                      <a:pt x="0" y="183"/>
                    </a:cubicBezTo>
                    <a:cubicBezTo>
                      <a:pt x="0" y="297"/>
                      <a:pt x="69" y="389"/>
                      <a:pt x="183" y="389"/>
                    </a:cubicBezTo>
                    <a:lnTo>
                      <a:pt x="119628" y="389"/>
                    </a:lnTo>
                    <a:cubicBezTo>
                      <a:pt x="119742" y="389"/>
                      <a:pt x="119833" y="297"/>
                      <a:pt x="119833" y="183"/>
                    </a:cubicBezTo>
                    <a:cubicBezTo>
                      <a:pt x="119833" y="92"/>
                      <a:pt x="119742" y="1"/>
                      <a:pt x="1196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28"/>
              <p:cNvSpPr/>
              <p:nvPr/>
            </p:nvSpPr>
            <p:spPr>
              <a:xfrm>
                <a:off x="2222775" y="800650"/>
                <a:ext cx="73075" cy="73050"/>
              </a:xfrm>
              <a:custGeom>
                <a:rect b="b" l="l" r="r" t="t"/>
                <a:pathLst>
                  <a:path extrusionOk="0" h="2922" w="2923">
                    <a:moveTo>
                      <a:pt x="1461" y="0"/>
                    </a:moveTo>
                    <a:cubicBezTo>
                      <a:pt x="640" y="0"/>
                      <a:pt x="0" y="662"/>
                      <a:pt x="0" y="1461"/>
                    </a:cubicBezTo>
                    <a:cubicBezTo>
                      <a:pt x="0" y="2283"/>
                      <a:pt x="640" y="2922"/>
                      <a:pt x="1461" y="2922"/>
                    </a:cubicBezTo>
                    <a:cubicBezTo>
                      <a:pt x="2260" y="2922"/>
                      <a:pt x="2922" y="2283"/>
                      <a:pt x="2922" y="1461"/>
                    </a:cubicBezTo>
                    <a:cubicBezTo>
                      <a:pt x="2922" y="662"/>
                      <a:pt x="2260" y="0"/>
                      <a:pt x="14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28"/>
              <p:cNvSpPr/>
              <p:nvPr/>
            </p:nvSpPr>
            <p:spPr>
              <a:xfrm>
                <a:off x="5235725" y="800650"/>
                <a:ext cx="73050" cy="73050"/>
              </a:xfrm>
              <a:custGeom>
                <a:rect b="b" l="l" r="r" t="t"/>
                <a:pathLst>
                  <a:path extrusionOk="0" h="2922" w="2922">
                    <a:moveTo>
                      <a:pt x="1461" y="0"/>
                    </a:moveTo>
                    <a:cubicBezTo>
                      <a:pt x="662" y="0"/>
                      <a:pt x="0" y="662"/>
                      <a:pt x="0" y="1461"/>
                    </a:cubicBezTo>
                    <a:cubicBezTo>
                      <a:pt x="0" y="2283"/>
                      <a:pt x="662" y="2922"/>
                      <a:pt x="1461" y="2922"/>
                    </a:cubicBezTo>
                    <a:cubicBezTo>
                      <a:pt x="2283" y="2922"/>
                      <a:pt x="2922" y="2283"/>
                      <a:pt x="2922" y="1461"/>
                    </a:cubicBezTo>
                    <a:cubicBezTo>
                      <a:pt x="2922" y="662"/>
                      <a:pt x="2283" y="0"/>
                      <a:pt x="14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28"/>
              <p:cNvSpPr/>
              <p:nvPr/>
            </p:nvSpPr>
            <p:spPr>
              <a:xfrm>
                <a:off x="5732175" y="319450"/>
                <a:ext cx="1118450" cy="1117475"/>
              </a:xfrm>
              <a:custGeom>
                <a:rect b="b" l="l" r="r" t="t"/>
                <a:pathLst>
                  <a:path extrusionOk="0" h="44699" w="44738">
                    <a:moveTo>
                      <a:pt x="44532" y="1"/>
                    </a:moveTo>
                    <a:cubicBezTo>
                      <a:pt x="44481" y="1"/>
                      <a:pt x="44430" y="18"/>
                      <a:pt x="44395" y="52"/>
                    </a:cubicBezTo>
                    <a:lnTo>
                      <a:pt x="91" y="44356"/>
                    </a:lnTo>
                    <a:cubicBezTo>
                      <a:pt x="0" y="44447"/>
                      <a:pt x="0" y="44562"/>
                      <a:pt x="91" y="44630"/>
                    </a:cubicBezTo>
                    <a:cubicBezTo>
                      <a:pt x="114" y="44676"/>
                      <a:pt x="160" y="44699"/>
                      <a:pt x="228" y="44699"/>
                    </a:cubicBezTo>
                    <a:cubicBezTo>
                      <a:pt x="274" y="44699"/>
                      <a:pt x="320" y="44676"/>
                      <a:pt x="342" y="44630"/>
                    </a:cubicBezTo>
                    <a:lnTo>
                      <a:pt x="44669" y="326"/>
                    </a:lnTo>
                    <a:cubicBezTo>
                      <a:pt x="44738" y="258"/>
                      <a:pt x="44738" y="121"/>
                      <a:pt x="44669" y="52"/>
                    </a:cubicBezTo>
                    <a:cubicBezTo>
                      <a:pt x="44635" y="18"/>
                      <a:pt x="44584" y="1"/>
                      <a:pt x="445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28"/>
              <p:cNvSpPr/>
              <p:nvPr/>
            </p:nvSpPr>
            <p:spPr>
              <a:xfrm>
                <a:off x="5870250" y="381100"/>
                <a:ext cx="1118475" cy="1117450"/>
              </a:xfrm>
              <a:custGeom>
                <a:rect b="b" l="l" r="r" t="t"/>
                <a:pathLst>
                  <a:path extrusionOk="0" h="44698" w="44739">
                    <a:moveTo>
                      <a:pt x="44522" y="0"/>
                    </a:moveTo>
                    <a:cubicBezTo>
                      <a:pt x="44476" y="0"/>
                      <a:pt x="44430" y="17"/>
                      <a:pt x="44396" y="51"/>
                    </a:cubicBezTo>
                    <a:lnTo>
                      <a:pt x="69" y="44378"/>
                    </a:lnTo>
                    <a:cubicBezTo>
                      <a:pt x="1" y="44447"/>
                      <a:pt x="1" y="44561"/>
                      <a:pt x="69" y="44629"/>
                    </a:cubicBezTo>
                    <a:cubicBezTo>
                      <a:pt x="115" y="44675"/>
                      <a:pt x="161" y="44698"/>
                      <a:pt x="206" y="44698"/>
                    </a:cubicBezTo>
                    <a:cubicBezTo>
                      <a:pt x="252" y="44698"/>
                      <a:pt x="298" y="44675"/>
                      <a:pt x="343" y="44629"/>
                    </a:cubicBezTo>
                    <a:lnTo>
                      <a:pt x="44647" y="325"/>
                    </a:lnTo>
                    <a:cubicBezTo>
                      <a:pt x="44738" y="257"/>
                      <a:pt x="44738" y="120"/>
                      <a:pt x="44647" y="51"/>
                    </a:cubicBezTo>
                    <a:cubicBezTo>
                      <a:pt x="44613" y="17"/>
                      <a:pt x="44567" y="0"/>
                      <a:pt x="445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28"/>
              <p:cNvSpPr/>
              <p:nvPr/>
            </p:nvSpPr>
            <p:spPr>
              <a:xfrm>
                <a:off x="4775775" y="1974875"/>
                <a:ext cx="2300825" cy="706600"/>
              </a:xfrm>
              <a:custGeom>
                <a:rect b="b" l="l" r="r" t="t"/>
                <a:pathLst>
                  <a:path extrusionOk="0" h="28264" w="92033">
                    <a:moveTo>
                      <a:pt x="206" y="0"/>
                    </a:moveTo>
                    <a:cubicBezTo>
                      <a:pt x="155" y="0"/>
                      <a:pt x="104" y="17"/>
                      <a:pt x="69" y="51"/>
                    </a:cubicBezTo>
                    <a:cubicBezTo>
                      <a:pt x="1" y="120"/>
                      <a:pt x="1" y="234"/>
                      <a:pt x="69" y="325"/>
                    </a:cubicBezTo>
                    <a:lnTo>
                      <a:pt x="28007" y="28263"/>
                    </a:lnTo>
                    <a:lnTo>
                      <a:pt x="91850" y="28263"/>
                    </a:lnTo>
                    <a:cubicBezTo>
                      <a:pt x="91941" y="28263"/>
                      <a:pt x="92032" y="28172"/>
                      <a:pt x="92032" y="28058"/>
                    </a:cubicBezTo>
                    <a:cubicBezTo>
                      <a:pt x="92032" y="27967"/>
                      <a:pt x="91941" y="27875"/>
                      <a:pt x="91850" y="27875"/>
                    </a:cubicBezTo>
                    <a:lnTo>
                      <a:pt x="28167" y="27875"/>
                    </a:lnTo>
                    <a:lnTo>
                      <a:pt x="343" y="51"/>
                    </a:lnTo>
                    <a:cubicBezTo>
                      <a:pt x="309" y="17"/>
                      <a:pt x="258" y="0"/>
                      <a:pt x="2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28"/>
              <p:cNvSpPr/>
              <p:nvPr/>
            </p:nvSpPr>
            <p:spPr>
              <a:xfrm>
                <a:off x="3518100" y="2023500"/>
                <a:ext cx="149550" cy="93050"/>
              </a:xfrm>
              <a:custGeom>
                <a:rect b="b" l="l" r="r" t="t"/>
                <a:pathLst>
                  <a:path extrusionOk="0" h="3722" w="5982">
                    <a:moveTo>
                      <a:pt x="1" y="1"/>
                    </a:moveTo>
                    <a:lnTo>
                      <a:pt x="3607" y="3721"/>
                    </a:lnTo>
                    <a:lnTo>
                      <a:pt x="5981" y="3721"/>
                    </a:lnTo>
                    <a:lnTo>
                      <a:pt x="23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28"/>
              <p:cNvSpPr/>
              <p:nvPr/>
            </p:nvSpPr>
            <p:spPr>
              <a:xfrm>
                <a:off x="3630525" y="2023500"/>
                <a:ext cx="148950" cy="93050"/>
              </a:xfrm>
              <a:custGeom>
                <a:rect b="b" l="l" r="r" t="t"/>
                <a:pathLst>
                  <a:path extrusionOk="0" h="3722" w="5958">
                    <a:moveTo>
                      <a:pt x="0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28"/>
              <p:cNvSpPr/>
              <p:nvPr/>
            </p:nvSpPr>
            <p:spPr>
              <a:xfrm>
                <a:off x="3742375" y="2023500"/>
                <a:ext cx="149525" cy="93050"/>
              </a:xfrm>
              <a:custGeom>
                <a:rect b="b" l="l" r="r" t="t"/>
                <a:pathLst>
                  <a:path extrusionOk="0" h="3722" w="5981">
                    <a:moveTo>
                      <a:pt x="0" y="1"/>
                    </a:moveTo>
                    <a:lnTo>
                      <a:pt x="3584" y="3721"/>
                    </a:lnTo>
                    <a:lnTo>
                      <a:pt x="5980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28"/>
              <p:cNvSpPr/>
              <p:nvPr/>
            </p:nvSpPr>
            <p:spPr>
              <a:xfrm>
                <a:off x="3854775" y="2023500"/>
                <a:ext cx="148975" cy="93050"/>
              </a:xfrm>
              <a:custGeom>
                <a:rect b="b" l="l" r="r" t="t"/>
                <a:pathLst>
                  <a:path extrusionOk="0" h="3722" w="5959">
                    <a:moveTo>
                      <a:pt x="1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28"/>
              <p:cNvSpPr/>
              <p:nvPr/>
            </p:nvSpPr>
            <p:spPr>
              <a:xfrm>
                <a:off x="3966625" y="2023500"/>
                <a:ext cx="148950" cy="93050"/>
              </a:xfrm>
              <a:custGeom>
                <a:rect b="b" l="l" r="r" t="t"/>
                <a:pathLst>
                  <a:path extrusionOk="0" h="3722" w="5958">
                    <a:moveTo>
                      <a:pt x="1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28"/>
              <p:cNvSpPr/>
              <p:nvPr/>
            </p:nvSpPr>
            <p:spPr>
              <a:xfrm>
                <a:off x="4078475" y="2023500"/>
                <a:ext cx="149525" cy="93050"/>
              </a:xfrm>
              <a:custGeom>
                <a:rect b="b" l="l" r="r" t="t"/>
                <a:pathLst>
                  <a:path extrusionOk="0" h="3722" w="5981">
                    <a:moveTo>
                      <a:pt x="0" y="1"/>
                    </a:moveTo>
                    <a:lnTo>
                      <a:pt x="3607" y="3721"/>
                    </a:lnTo>
                    <a:lnTo>
                      <a:pt x="5981" y="3721"/>
                    </a:lnTo>
                    <a:lnTo>
                      <a:pt x="239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0" name="Google Shape;730;p28"/>
              <p:cNvSpPr/>
              <p:nvPr/>
            </p:nvSpPr>
            <p:spPr>
              <a:xfrm>
                <a:off x="4190875" y="2023500"/>
                <a:ext cx="148975" cy="93050"/>
              </a:xfrm>
              <a:custGeom>
                <a:rect b="b" l="l" r="r" t="t"/>
                <a:pathLst>
                  <a:path extrusionOk="0" h="3722" w="5959">
                    <a:moveTo>
                      <a:pt x="1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28"/>
              <p:cNvSpPr/>
              <p:nvPr/>
            </p:nvSpPr>
            <p:spPr>
              <a:xfrm>
                <a:off x="4302725" y="2023500"/>
                <a:ext cx="149525" cy="93050"/>
              </a:xfrm>
              <a:custGeom>
                <a:rect b="b" l="l" r="r" t="t"/>
                <a:pathLst>
                  <a:path extrusionOk="0" h="3722" w="5981">
                    <a:moveTo>
                      <a:pt x="1" y="1"/>
                    </a:moveTo>
                    <a:lnTo>
                      <a:pt x="3584" y="3721"/>
                    </a:lnTo>
                    <a:lnTo>
                      <a:pt x="5981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28"/>
              <p:cNvSpPr/>
              <p:nvPr/>
            </p:nvSpPr>
            <p:spPr>
              <a:xfrm>
                <a:off x="2718075" y="2800150"/>
                <a:ext cx="276800" cy="172925"/>
              </a:xfrm>
              <a:custGeom>
                <a:rect b="b" l="l" r="r" t="t"/>
                <a:pathLst>
                  <a:path extrusionOk="0" h="6917" w="11072">
                    <a:moveTo>
                      <a:pt x="1" y="0"/>
                    </a:moveTo>
                    <a:lnTo>
                      <a:pt x="6666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28"/>
              <p:cNvSpPr/>
              <p:nvPr/>
            </p:nvSpPr>
            <p:spPr>
              <a:xfrm>
                <a:off x="2925800" y="28001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0" y="0"/>
                    </a:moveTo>
                    <a:lnTo>
                      <a:pt x="6665" y="6916"/>
                    </a:lnTo>
                    <a:lnTo>
                      <a:pt x="11070" y="6916"/>
                    </a:lnTo>
                    <a:lnTo>
                      <a:pt x="44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28"/>
              <p:cNvSpPr/>
              <p:nvPr/>
            </p:nvSpPr>
            <p:spPr>
              <a:xfrm>
                <a:off x="3133500" y="28001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1" y="0"/>
                    </a:moveTo>
                    <a:lnTo>
                      <a:pt x="6666" y="6916"/>
                    </a:lnTo>
                    <a:lnTo>
                      <a:pt x="11071" y="6916"/>
                    </a:lnTo>
                    <a:lnTo>
                      <a:pt x="442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28"/>
              <p:cNvSpPr/>
              <p:nvPr/>
            </p:nvSpPr>
            <p:spPr>
              <a:xfrm>
                <a:off x="3341775" y="2800150"/>
                <a:ext cx="276800" cy="172925"/>
              </a:xfrm>
              <a:custGeom>
                <a:rect b="b" l="l" r="r" t="t"/>
                <a:pathLst>
                  <a:path extrusionOk="0" h="6917" w="11072">
                    <a:moveTo>
                      <a:pt x="1" y="0"/>
                    </a:moveTo>
                    <a:lnTo>
                      <a:pt x="6643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28"/>
              <p:cNvSpPr/>
              <p:nvPr/>
            </p:nvSpPr>
            <p:spPr>
              <a:xfrm>
                <a:off x="3549500" y="28001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0" y="0"/>
                    </a:moveTo>
                    <a:lnTo>
                      <a:pt x="6665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28"/>
              <p:cNvSpPr/>
              <p:nvPr/>
            </p:nvSpPr>
            <p:spPr>
              <a:xfrm>
                <a:off x="3757200" y="28001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1" y="0"/>
                    </a:moveTo>
                    <a:lnTo>
                      <a:pt x="6666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28"/>
              <p:cNvSpPr/>
              <p:nvPr/>
            </p:nvSpPr>
            <p:spPr>
              <a:xfrm>
                <a:off x="6113925" y="4354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6665" y="0"/>
                    </a:moveTo>
                    <a:lnTo>
                      <a:pt x="0" y="6916"/>
                    </a:lnTo>
                    <a:lnTo>
                      <a:pt x="4428" y="6916"/>
                    </a:lnTo>
                    <a:lnTo>
                      <a:pt x="1107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28"/>
              <p:cNvSpPr/>
              <p:nvPr/>
            </p:nvSpPr>
            <p:spPr>
              <a:xfrm>
                <a:off x="5906200" y="435450"/>
                <a:ext cx="276800" cy="172925"/>
              </a:xfrm>
              <a:custGeom>
                <a:rect b="b" l="l" r="r" t="t"/>
                <a:pathLst>
                  <a:path extrusionOk="0" h="6917" w="11072">
                    <a:moveTo>
                      <a:pt x="6666" y="0"/>
                    </a:moveTo>
                    <a:lnTo>
                      <a:pt x="1" y="6916"/>
                    </a:lnTo>
                    <a:lnTo>
                      <a:pt x="4406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28"/>
              <p:cNvSpPr/>
              <p:nvPr/>
            </p:nvSpPr>
            <p:spPr>
              <a:xfrm>
                <a:off x="5698500" y="4354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6643" y="0"/>
                    </a:moveTo>
                    <a:lnTo>
                      <a:pt x="0" y="6916"/>
                    </a:lnTo>
                    <a:lnTo>
                      <a:pt x="4406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28"/>
              <p:cNvSpPr/>
              <p:nvPr/>
            </p:nvSpPr>
            <p:spPr>
              <a:xfrm>
                <a:off x="5490225" y="4354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6665" y="0"/>
                    </a:moveTo>
                    <a:lnTo>
                      <a:pt x="0" y="6916"/>
                    </a:lnTo>
                    <a:lnTo>
                      <a:pt x="4428" y="6916"/>
                    </a:lnTo>
                    <a:lnTo>
                      <a:pt x="1107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28"/>
              <p:cNvSpPr/>
              <p:nvPr/>
            </p:nvSpPr>
            <p:spPr>
              <a:xfrm>
                <a:off x="5282500" y="4354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6666" y="0"/>
                    </a:moveTo>
                    <a:lnTo>
                      <a:pt x="1" y="6916"/>
                    </a:lnTo>
                    <a:lnTo>
                      <a:pt x="4406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28"/>
              <p:cNvSpPr/>
              <p:nvPr/>
            </p:nvSpPr>
            <p:spPr>
              <a:xfrm>
                <a:off x="5074800" y="4354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6665" y="0"/>
                    </a:moveTo>
                    <a:lnTo>
                      <a:pt x="0" y="6916"/>
                    </a:lnTo>
                    <a:lnTo>
                      <a:pt x="4406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28"/>
              <p:cNvSpPr/>
              <p:nvPr/>
            </p:nvSpPr>
            <p:spPr>
              <a:xfrm>
                <a:off x="4867075" y="435450"/>
                <a:ext cx="276800" cy="172925"/>
              </a:xfrm>
              <a:custGeom>
                <a:rect b="b" l="l" r="r" t="t"/>
                <a:pathLst>
                  <a:path extrusionOk="0" h="6917" w="11072">
                    <a:moveTo>
                      <a:pt x="6643" y="0"/>
                    </a:moveTo>
                    <a:lnTo>
                      <a:pt x="1" y="6916"/>
                    </a:lnTo>
                    <a:lnTo>
                      <a:pt x="4406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28"/>
              <p:cNvSpPr/>
              <p:nvPr/>
            </p:nvSpPr>
            <p:spPr>
              <a:xfrm>
                <a:off x="4658800" y="4354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6666" y="0"/>
                    </a:moveTo>
                    <a:lnTo>
                      <a:pt x="1" y="6916"/>
                    </a:lnTo>
                    <a:lnTo>
                      <a:pt x="4429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28"/>
              <p:cNvSpPr/>
              <p:nvPr/>
            </p:nvSpPr>
            <p:spPr>
              <a:xfrm>
                <a:off x="4853400" y="927325"/>
                <a:ext cx="143250" cy="155250"/>
              </a:xfrm>
              <a:custGeom>
                <a:rect b="b" l="l" r="r" t="t"/>
                <a:pathLst>
                  <a:path extrusionOk="0" h="6210" w="5730">
                    <a:moveTo>
                      <a:pt x="0" y="1"/>
                    </a:moveTo>
                    <a:lnTo>
                      <a:pt x="3492" y="3265"/>
                    </a:lnTo>
                    <a:lnTo>
                      <a:pt x="365" y="6209"/>
                    </a:lnTo>
                    <a:lnTo>
                      <a:pt x="2602" y="6209"/>
                    </a:lnTo>
                    <a:lnTo>
                      <a:pt x="5729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28"/>
              <p:cNvSpPr/>
              <p:nvPr/>
            </p:nvSpPr>
            <p:spPr>
              <a:xfrm>
                <a:off x="4940700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0" y="1"/>
                    </a:moveTo>
                    <a:lnTo>
                      <a:pt x="3493" y="3265"/>
                    </a:lnTo>
                    <a:lnTo>
                      <a:pt x="366" y="6209"/>
                    </a:lnTo>
                    <a:lnTo>
                      <a:pt x="2602" y="6209"/>
                    </a:lnTo>
                    <a:lnTo>
                      <a:pt x="5752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28"/>
              <p:cNvSpPr/>
              <p:nvPr/>
            </p:nvSpPr>
            <p:spPr>
              <a:xfrm>
                <a:off x="5028000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1" y="1"/>
                    </a:moveTo>
                    <a:lnTo>
                      <a:pt x="3516" y="3265"/>
                    </a:lnTo>
                    <a:lnTo>
                      <a:pt x="366" y="6209"/>
                    </a:lnTo>
                    <a:lnTo>
                      <a:pt x="2603" y="6209"/>
                    </a:lnTo>
                    <a:lnTo>
                      <a:pt x="5753" y="3265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28"/>
              <p:cNvSpPr/>
              <p:nvPr/>
            </p:nvSpPr>
            <p:spPr>
              <a:xfrm>
                <a:off x="5115300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1" y="1"/>
                    </a:moveTo>
                    <a:lnTo>
                      <a:pt x="3516" y="3265"/>
                    </a:lnTo>
                    <a:lnTo>
                      <a:pt x="366" y="6209"/>
                    </a:lnTo>
                    <a:lnTo>
                      <a:pt x="2626" y="6209"/>
                    </a:lnTo>
                    <a:lnTo>
                      <a:pt x="5753" y="3265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28"/>
              <p:cNvSpPr/>
              <p:nvPr/>
            </p:nvSpPr>
            <p:spPr>
              <a:xfrm>
                <a:off x="5202625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0" y="1"/>
                    </a:moveTo>
                    <a:lnTo>
                      <a:pt x="3515" y="3265"/>
                    </a:lnTo>
                    <a:lnTo>
                      <a:pt x="388" y="6209"/>
                    </a:lnTo>
                    <a:lnTo>
                      <a:pt x="2625" y="6209"/>
                    </a:lnTo>
                    <a:lnTo>
                      <a:pt x="5752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28"/>
              <p:cNvSpPr/>
              <p:nvPr/>
            </p:nvSpPr>
            <p:spPr>
              <a:xfrm>
                <a:off x="5289925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0" y="1"/>
                    </a:moveTo>
                    <a:lnTo>
                      <a:pt x="3516" y="3265"/>
                    </a:lnTo>
                    <a:lnTo>
                      <a:pt x="388" y="6209"/>
                    </a:lnTo>
                    <a:lnTo>
                      <a:pt x="2625" y="6209"/>
                    </a:lnTo>
                    <a:lnTo>
                      <a:pt x="5752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28"/>
              <p:cNvSpPr/>
              <p:nvPr/>
            </p:nvSpPr>
            <p:spPr>
              <a:xfrm>
                <a:off x="5377225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1" y="1"/>
                    </a:moveTo>
                    <a:lnTo>
                      <a:pt x="3516" y="3265"/>
                    </a:lnTo>
                    <a:lnTo>
                      <a:pt x="389" y="6209"/>
                    </a:lnTo>
                    <a:lnTo>
                      <a:pt x="2626" y="6209"/>
                    </a:lnTo>
                    <a:lnTo>
                      <a:pt x="5753" y="3265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28"/>
              <p:cNvSpPr/>
              <p:nvPr/>
            </p:nvSpPr>
            <p:spPr>
              <a:xfrm>
                <a:off x="5465100" y="927325"/>
                <a:ext cx="143250" cy="155250"/>
              </a:xfrm>
              <a:custGeom>
                <a:rect b="b" l="l" r="r" t="t"/>
                <a:pathLst>
                  <a:path extrusionOk="0" h="6210" w="5730">
                    <a:moveTo>
                      <a:pt x="1" y="1"/>
                    </a:moveTo>
                    <a:lnTo>
                      <a:pt x="3493" y="3265"/>
                    </a:lnTo>
                    <a:lnTo>
                      <a:pt x="366" y="6209"/>
                    </a:lnTo>
                    <a:lnTo>
                      <a:pt x="2603" y="6209"/>
                    </a:lnTo>
                    <a:lnTo>
                      <a:pt x="5730" y="3265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28"/>
              <p:cNvSpPr/>
              <p:nvPr/>
            </p:nvSpPr>
            <p:spPr>
              <a:xfrm>
                <a:off x="5552425" y="927325"/>
                <a:ext cx="143250" cy="155250"/>
              </a:xfrm>
              <a:custGeom>
                <a:rect b="b" l="l" r="r" t="t"/>
                <a:pathLst>
                  <a:path extrusionOk="0" h="6210" w="5730">
                    <a:moveTo>
                      <a:pt x="0" y="1"/>
                    </a:moveTo>
                    <a:lnTo>
                      <a:pt x="3492" y="3265"/>
                    </a:lnTo>
                    <a:lnTo>
                      <a:pt x="365" y="6209"/>
                    </a:lnTo>
                    <a:lnTo>
                      <a:pt x="2602" y="6209"/>
                    </a:lnTo>
                    <a:lnTo>
                      <a:pt x="5729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28"/>
              <p:cNvSpPr/>
              <p:nvPr/>
            </p:nvSpPr>
            <p:spPr>
              <a:xfrm>
                <a:off x="5639725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0" y="1"/>
                    </a:moveTo>
                    <a:lnTo>
                      <a:pt x="3493" y="3265"/>
                    </a:lnTo>
                    <a:lnTo>
                      <a:pt x="366" y="6209"/>
                    </a:lnTo>
                    <a:lnTo>
                      <a:pt x="2602" y="6209"/>
                    </a:lnTo>
                    <a:lnTo>
                      <a:pt x="5752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28"/>
              <p:cNvSpPr/>
              <p:nvPr/>
            </p:nvSpPr>
            <p:spPr>
              <a:xfrm>
                <a:off x="5727025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1" y="1"/>
                    </a:moveTo>
                    <a:lnTo>
                      <a:pt x="3516" y="3265"/>
                    </a:lnTo>
                    <a:lnTo>
                      <a:pt x="366" y="6209"/>
                    </a:lnTo>
                    <a:lnTo>
                      <a:pt x="2603" y="6209"/>
                    </a:lnTo>
                    <a:lnTo>
                      <a:pt x="5753" y="3265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757" name="Google Shape;757;p28"/>
            <p:cNvCxnSpPr/>
            <p:nvPr/>
          </p:nvCxnSpPr>
          <p:spPr>
            <a:xfrm>
              <a:off x="7315575" y="705500"/>
              <a:ext cx="19635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58" name="Google Shape;758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59" name="Google Shape;759;p28"/>
          <p:cNvSpPr txBox="1"/>
          <p:nvPr>
            <p:ph idx="1" type="subTitle"/>
          </p:nvPr>
        </p:nvSpPr>
        <p:spPr>
          <a:xfrm>
            <a:off x="2549400" y="2893950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1"/>
          <p:cNvSpPr txBox="1"/>
          <p:nvPr>
            <p:ph type="ctrTitle"/>
          </p:nvPr>
        </p:nvSpPr>
        <p:spPr>
          <a:xfrm>
            <a:off x="896250" y="1391250"/>
            <a:ext cx="7317600" cy="21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>
                <a:solidFill>
                  <a:srgbClr val="19191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766" name="Google Shape;766;p31"/>
          <p:cNvSpPr txBox="1"/>
          <p:nvPr>
            <p:ph idx="1" type="subTitle"/>
          </p:nvPr>
        </p:nvSpPr>
        <p:spPr>
          <a:xfrm>
            <a:off x="2392500" y="3647550"/>
            <a:ext cx="4359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2"/>
          <p:cNvSpPr txBox="1"/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69" name="Google Shape;769;p32"/>
          <p:cNvSpPr txBox="1"/>
          <p:nvPr>
            <p:ph idx="2" type="title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770" name="Google Shape;770;p32"/>
          <p:cNvSpPr txBox="1"/>
          <p:nvPr>
            <p:ph idx="1" type="subTitle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3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73" name="Google Shape;773;p33"/>
          <p:cNvSpPr txBox="1"/>
          <p:nvPr>
            <p:ph idx="1" type="body"/>
          </p:nvPr>
        </p:nvSpPr>
        <p:spPr>
          <a:xfrm>
            <a:off x="720000" y="1207625"/>
            <a:ext cx="7704000" cy="3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4"/>
          <p:cNvSpPr txBox="1"/>
          <p:nvPr>
            <p:ph idx="1" type="subTitle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6" name="Google Shape;776;p34"/>
          <p:cNvSpPr txBox="1"/>
          <p:nvPr>
            <p:ph idx="2" type="subTitle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7" name="Google Shape;777;p34"/>
          <p:cNvSpPr txBox="1"/>
          <p:nvPr>
            <p:ph idx="3" type="subTitle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8" name="Google Shape;778;p34"/>
          <p:cNvSpPr txBox="1"/>
          <p:nvPr>
            <p:ph idx="4" type="subTitle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9" name="Google Shape;779;p34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35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84" name="Google Shape;784;p36"/>
          <p:cNvSpPr txBox="1"/>
          <p:nvPr>
            <p:ph idx="1" type="body"/>
          </p:nvPr>
        </p:nvSpPr>
        <p:spPr>
          <a:xfrm>
            <a:off x="715100" y="1679050"/>
            <a:ext cx="4061100" cy="29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37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8"/>
          <p:cNvSpPr txBox="1"/>
          <p:nvPr>
            <p:ph type="title"/>
          </p:nvPr>
        </p:nvSpPr>
        <p:spPr>
          <a:xfrm>
            <a:off x="720100" y="534998"/>
            <a:ext cx="7704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89" name="Google Shape;789;p38"/>
          <p:cNvSpPr txBox="1"/>
          <p:nvPr>
            <p:ph idx="1" type="subTitle"/>
          </p:nvPr>
        </p:nvSpPr>
        <p:spPr>
          <a:xfrm>
            <a:off x="2241550" y="2207325"/>
            <a:ext cx="4661100" cy="16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9"/>
          <p:cNvSpPr txBox="1"/>
          <p:nvPr>
            <p:ph type="title"/>
          </p:nvPr>
        </p:nvSpPr>
        <p:spPr>
          <a:xfrm>
            <a:off x="720000" y="40358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0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94" name="Google Shape;794;p40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2"/>
          <p:cNvSpPr txBox="1"/>
          <p:nvPr>
            <p:ph type="title"/>
          </p:nvPr>
        </p:nvSpPr>
        <p:spPr>
          <a:xfrm>
            <a:off x="720000" y="1149600"/>
            <a:ext cx="1275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8" name="Google Shape;798;p42"/>
          <p:cNvSpPr txBox="1"/>
          <p:nvPr>
            <p:ph idx="1" type="subTitle"/>
          </p:nvPr>
        </p:nvSpPr>
        <p:spPr>
          <a:xfrm>
            <a:off x="720000" y="2382311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9" name="Google Shape;799;p42"/>
          <p:cNvSpPr txBox="1"/>
          <p:nvPr>
            <p:ph idx="2" type="title"/>
          </p:nvPr>
        </p:nvSpPr>
        <p:spPr>
          <a:xfrm>
            <a:off x="3403800" y="1149600"/>
            <a:ext cx="1275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0" name="Google Shape;800;p42"/>
          <p:cNvSpPr txBox="1"/>
          <p:nvPr>
            <p:ph idx="3" type="subTitle"/>
          </p:nvPr>
        </p:nvSpPr>
        <p:spPr>
          <a:xfrm>
            <a:off x="3403800" y="2382311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1" name="Google Shape;801;p42"/>
          <p:cNvSpPr txBox="1"/>
          <p:nvPr>
            <p:ph idx="4" type="title"/>
          </p:nvPr>
        </p:nvSpPr>
        <p:spPr>
          <a:xfrm>
            <a:off x="6087600" y="1149600"/>
            <a:ext cx="1275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2" name="Google Shape;802;p42"/>
          <p:cNvSpPr txBox="1"/>
          <p:nvPr>
            <p:ph idx="5" type="subTitle"/>
          </p:nvPr>
        </p:nvSpPr>
        <p:spPr>
          <a:xfrm>
            <a:off x="6087600" y="2382311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3" name="Google Shape;803;p42"/>
          <p:cNvSpPr txBox="1"/>
          <p:nvPr>
            <p:ph idx="6" type="title"/>
          </p:nvPr>
        </p:nvSpPr>
        <p:spPr>
          <a:xfrm>
            <a:off x="720000" y="2867100"/>
            <a:ext cx="1275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4" name="Google Shape;804;p42"/>
          <p:cNvSpPr txBox="1"/>
          <p:nvPr>
            <p:ph idx="7" type="subTitle"/>
          </p:nvPr>
        </p:nvSpPr>
        <p:spPr>
          <a:xfrm>
            <a:off x="720000" y="412112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5" name="Google Shape;805;p42"/>
          <p:cNvSpPr txBox="1"/>
          <p:nvPr>
            <p:ph idx="8" type="title"/>
          </p:nvPr>
        </p:nvSpPr>
        <p:spPr>
          <a:xfrm>
            <a:off x="3403800" y="2867100"/>
            <a:ext cx="1275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6" name="Google Shape;806;p42"/>
          <p:cNvSpPr txBox="1"/>
          <p:nvPr>
            <p:ph idx="9" type="subTitle"/>
          </p:nvPr>
        </p:nvSpPr>
        <p:spPr>
          <a:xfrm>
            <a:off x="3403800" y="412112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7" name="Google Shape;807;p42"/>
          <p:cNvSpPr txBox="1"/>
          <p:nvPr>
            <p:ph idx="13" type="title"/>
          </p:nvPr>
        </p:nvSpPr>
        <p:spPr>
          <a:xfrm>
            <a:off x="6087600" y="2867100"/>
            <a:ext cx="1275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8" name="Google Shape;808;p42"/>
          <p:cNvSpPr txBox="1"/>
          <p:nvPr>
            <p:ph idx="14" type="subTitle"/>
          </p:nvPr>
        </p:nvSpPr>
        <p:spPr>
          <a:xfrm>
            <a:off x="6087600" y="412112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9" name="Google Shape;809;p42"/>
          <p:cNvSpPr txBox="1"/>
          <p:nvPr>
            <p:ph idx="15" type="title"/>
          </p:nvPr>
        </p:nvSpPr>
        <p:spPr>
          <a:xfrm>
            <a:off x="720000" y="544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10" name="Google Shape;810;p42"/>
          <p:cNvSpPr txBox="1"/>
          <p:nvPr>
            <p:ph idx="16" type="subTitle"/>
          </p:nvPr>
        </p:nvSpPr>
        <p:spPr>
          <a:xfrm>
            <a:off x="715100" y="1671350"/>
            <a:ext cx="2336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1" name="Google Shape;811;p42"/>
          <p:cNvSpPr txBox="1"/>
          <p:nvPr>
            <p:ph idx="17" type="subTitle"/>
          </p:nvPr>
        </p:nvSpPr>
        <p:spPr>
          <a:xfrm>
            <a:off x="3403800" y="1671350"/>
            <a:ext cx="2336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2" name="Google Shape;812;p42"/>
          <p:cNvSpPr txBox="1"/>
          <p:nvPr>
            <p:ph idx="18" type="subTitle"/>
          </p:nvPr>
        </p:nvSpPr>
        <p:spPr>
          <a:xfrm>
            <a:off x="6092500" y="1671350"/>
            <a:ext cx="2336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3" name="Google Shape;813;p42"/>
          <p:cNvSpPr txBox="1"/>
          <p:nvPr>
            <p:ph idx="19" type="subTitle"/>
          </p:nvPr>
        </p:nvSpPr>
        <p:spPr>
          <a:xfrm>
            <a:off x="715100" y="3405625"/>
            <a:ext cx="2336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4" name="Google Shape;814;p42"/>
          <p:cNvSpPr txBox="1"/>
          <p:nvPr>
            <p:ph idx="20" type="subTitle"/>
          </p:nvPr>
        </p:nvSpPr>
        <p:spPr>
          <a:xfrm>
            <a:off x="3403800" y="3405625"/>
            <a:ext cx="2336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5" name="Google Shape;815;p42"/>
          <p:cNvSpPr txBox="1"/>
          <p:nvPr>
            <p:ph idx="21" type="subTitle"/>
          </p:nvPr>
        </p:nvSpPr>
        <p:spPr>
          <a:xfrm>
            <a:off x="6092500" y="3405625"/>
            <a:ext cx="2336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43"/>
          <p:cNvSpPr txBox="1"/>
          <p:nvPr>
            <p:ph type="title"/>
          </p:nvPr>
        </p:nvSpPr>
        <p:spPr>
          <a:xfrm>
            <a:off x="2290025" y="2928400"/>
            <a:ext cx="45639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18" name="Google Shape;818;p43"/>
          <p:cNvSpPr txBox="1"/>
          <p:nvPr>
            <p:ph idx="1" type="subTitle"/>
          </p:nvPr>
        </p:nvSpPr>
        <p:spPr>
          <a:xfrm>
            <a:off x="1458125" y="1188100"/>
            <a:ext cx="6227700" cy="17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4"/>
          <p:cNvSpPr txBox="1"/>
          <p:nvPr>
            <p:ph idx="1" type="subTitle"/>
          </p:nvPr>
        </p:nvSpPr>
        <p:spPr>
          <a:xfrm>
            <a:off x="720000" y="1302500"/>
            <a:ext cx="29076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1" name="Google Shape;821;p44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45"/>
          <p:cNvSpPr txBox="1"/>
          <p:nvPr>
            <p:ph idx="1" type="subTitle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24" name="Google Shape;824;p45"/>
          <p:cNvSpPr txBox="1"/>
          <p:nvPr>
            <p:ph idx="2" type="subTitle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25" name="Google Shape;825;p45"/>
          <p:cNvSpPr txBox="1"/>
          <p:nvPr>
            <p:ph idx="3" type="subTitle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6" name="Google Shape;826;p45"/>
          <p:cNvSpPr txBox="1"/>
          <p:nvPr>
            <p:ph idx="4" type="subTitle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7" name="Google Shape;827;p45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6"/>
          <p:cNvSpPr txBox="1"/>
          <p:nvPr>
            <p:ph idx="1" type="subTitle"/>
          </p:nvPr>
        </p:nvSpPr>
        <p:spPr>
          <a:xfrm>
            <a:off x="720000" y="2330475"/>
            <a:ext cx="2336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0" name="Google Shape;830;p46"/>
          <p:cNvSpPr txBox="1"/>
          <p:nvPr>
            <p:ph idx="2" type="subTitle"/>
          </p:nvPr>
        </p:nvSpPr>
        <p:spPr>
          <a:xfrm>
            <a:off x="720000" y="300983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1" name="Google Shape;831;p46"/>
          <p:cNvSpPr txBox="1"/>
          <p:nvPr>
            <p:ph idx="3" type="subTitle"/>
          </p:nvPr>
        </p:nvSpPr>
        <p:spPr>
          <a:xfrm>
            <a:off x="3403800" y="300983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2" name="Google Shape;832;p46"/>
          <p:cNvSpPr txBox="1"/>
          <p:nvPr>
            <p:ph idx="4" type="subTitle"/>
          </p:nvPr>
        </p:nvSpPr>
        <p:spPr>
          <a:xfrm>
            <a:off x="6087600" y="300983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3" name="Google Shape;833;p4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34" name="Google Shape;834;p46"/>
          <p:cNvSpPr txBox="1"/>
          <p:nvPr>
            <p:ph idx="5" type="subTitle"/>
          </p:nvPr>
        </p:nvSpPr>
        <p:spPr>
          <a:xfrm>
            <a:off x="3403800" y="2330475"/>
            <a:ext cx="2336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5" name="Google Shape;835;p46"/>
          <p:cNvSpPr txBox="1"/>
          <p:nvPr>
            <p:ph idx="6" type="subTitle"/>
          </p:nvPr>
        </p:nvSpPr>
        <p:spPr>
          <a:xfrm>
            <a:off x="6087600" y="2330475"/>
            <a:ext cx="2336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47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38" name="Google Shape;838;p47"/>
          <p:cNvSpPr txBox="1"/>
          <p:nvPr>
            <p:ph idx="1" type="subTitle"/>
          </p:nvPr>
        </p:nvSpPr>
        <p:spPr>
          <a:xfrm>
            <a:off x="720000" y="2330475"/>
            <a:ext cx="2336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9" name="Google Shape;839;p47"/>
          <p:cNvSpPr txBox="1"/>
          <p:nvPr>
            <p:ph idx="2" type="subTitle"/>
          </p:nvPr>
        </p:nvSpPr>
        <p:spPr>
          <a:xfrm>
            <a:off x="720000" y="300983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0" name="Google Shape;840;p47"/>
          <p:cNvSpPr txBox="1"/>
          <p:nvPr>
            <p:ph idx="3" type="subTitle"/>
          </p:nvPr>
        </p:nvSpPr>
        <p:spPr>
          <a:xfrm>
            <a:off x="3403800" y="300983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1" name="Google Shape;841;p47"/>
          <p:cNvSpPr txBox="1"/>
          <p:nvPr>
            <p:ph idx="4" type="subTitle"/>
          </p:nvPr>
        </p:nvSpPr>
        <p:spPr>
          <a:xfrm>
            <a:off x="6087600" y="300983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2" name="Google Shape;842;p47"/>
          <p:cNvSpPr txBox="1"/>
          <p:nvPr>
            <p:ph idx="5" type="subTitle"/>
          </p:nvPr>
        </p:nvSpPr>
        <p:spPr>
          <a:xfrm>
            <a:off x="3403800" y="2330475"/>
            <a:ext cx="2336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3" name="Google Shape;843;p47"/>
          <p:cNvSpPr txBox="1"/>
          <p:nvPr>
            <p:ph idx="6" type="subTitle"/>
          </p:nvPr>
        </p:nvSpPr>
        <p:spPr>
          <a:xfrm>
            <a:off x="6087600" y="2330475"/>
            <a:ext cx="2336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8"/>
          <p:cNvSpPr txBox="1"/>
          <p:nvPr>
            <p:ph idx="1" type="subTitle"/>
          </p:nvPr>
        </p:nvSpPr>
        <p:spPr>
          <a:xfrm>
            <a:off x="1195875" y="1555975"/>
            <a:ext cx="28671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6" name="Google Shape;846;p48"/>
          <p:cNvSpPr txBox="1"/>
          <p:nvPr>
            <p:ph idx="2" type="subTitle"/>
          </p:nvPr>
        </p:nvSpPr>
        <p:spPr>
          <a:xfrm>
            <a:off x="1195863" y="2269375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7" name="Google Shape;847;p48"/>
          <p:cNvSpPr txBox="1"/>
          <p:nvPr>
            <p:ph idx="3" type="subTitle"/>
          </p:nvPr>
        </p:nvSpPr>
        <p:spPr>
          <a:xfrm>
            <a:off x="5081043" y="2269375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8" name="Google Shape;848;p48"/>
          <p:cNvSpPr txBox="1"/>
          <p:nvPr>
            <p:ph idx="4" type="subTitle"/>
          </p:nvPr>
        </p:nvSpPr>
        <p:spPr>
          <a:xfrm>
            <a:off x="1195863" y="365930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9" name="Google Shape;849;p48"/>
          <p:cNvSpPr txBox="1"/>
          <p:nvPr>
            <p:ph idx="5" type="subTitle"/>
          </p:nvPr>
        </p:nvSpPr>
        <p:spPr>
          <a:xfrm>
            <a:off x="5081043" y="3659300"/>
            <a:ext cx="286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0" name="Google Shape;850;p48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51" name="Google Shape;851;p48"/>
          <p:cNvSpPr txBox="1"/>
          <p:nvPr>
            <p:ph idx="6" type="subTitle"/>
          </p:nvPr>
        </p:nvSpPr>
        <p:spPr>
          <a:xfrm>
            <a:off x="1195875" y="2945900"/>
            <a:ext cx="28671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2" name="Google Shape;852;p48"/>
          <p:cNvSpPr txBox="1"/>
          <p:nvPr>
            <p:ph idx="7" type="subTitle"/>
          </p:nvPr>
        </p:nvSpPr>
        <p:spPr>
          <a:xfrm>
            <a:off x="5081050" y="1555975"/>
            <a:ext cx="28671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3" name="Google Shape;853;p48"/>
          <p:cNvSpPr txBox="1"/>
          <p:nvPr>
            <p:ph idx="8" type="subTitle"/>
          </p:nvPr>
        </p:nvSpPr>
        <p:spPr>
          <a:xfrm>
            <a:off x="5081050" y="2945900"/>
            <a:ext cx="28671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49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56" name="Google Shape;856;p49"/>
          <p:cNvSpPr txBox="1"/>
          <p:nvPr>
            <p:ph idx="1" type="subTitle"/>
          </p:nvPr>
        </p:nvSpPr>
        <p:spPr>
          <a:xfrm>
            <a:off x="720000" y="2196486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7" name="Google Shape;857;p49"/>
          <p:cNvSpPr txBox="1"/>
          <p:nvPr>
            <p:ph idx="2" type="subTitle"/>
          </p:nvPr>
        </p:nvSpPr>
        <p:spPr>
          <a:xfrm>
            <a:off x="3403800" y="2196486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8" name="Google Shape;858;p49"/>
          <p:cNvSpPr txBox="1"/>
          <p:nvPr>
            <p:ph idx="3" type="subTitle"/>
          </p:nvPr>
        </p:nvSpPr>
        <p:spPr>
          <a:xfrm>
            <a:off x="6087600" y="2196486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9" name="Google Shape;859;p49"/>
          <p:cNvSpPr txBox="1"/>
          <p:nvPr>
            <p:ph idx="4" type="subTitle"/>
          </p:nvPr>
        </p:nvSpPr>
        <p:spPr>
          <a:xfrm>
            <a:off x="720000" y="3851103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0" name="Google Shape;860;p49"/>
          <p:cNvSpPr txBox="1"/>
          <p:nvPr>
            <p:ph idx="5" type="subTitle"/>
          </p:nvPr>
        </p:nvSpPr>
        <p:spPr>
          <a:xfrm>
            <a:off x="3403800" y="3851103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1" name="Google Shape;861;p49"/>
          <p:cNvSpPr txBox="1"/>
          <p:nvPr>
            <p:ph idx="6" type="subTitle"/>
          </p:nvPr>
        </p:nvSpPr>
        <p:spPr>
          <a:xfrm>
            <a:off x="6087600" y="3851103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2" name="Google Shape;862;p49"/>
          <p:cNvSpPr txBox="1"/>
          <p:nvPr>
            <p:ph idx="7" type="subTitle"/>
          </p:nvPr>
        </p:nvSpPr>
        <p:spPr>
          <a:xfrm>
            <a:off x="715100" y="1485525"/>
            <a:ext cx="2336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3" name="Google Shape;863;p49"/>
          <p:cNvSpPr txBox="1"/>
          <p:nvPr>
            <p:ph idx="8" type="subTitle"/>
          </p:nvPr>
        </p:nvSpPr>
        <p:spPr>
          <a:xfrm>
            <a:off x="3403800" y="1485525"/>
            <a:ext cx="2336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4" name="Google Shape;864;p49"/>
          <p:cNvSpPr txBox="1"/>
          <p:nvPr>
            <p:ph idx="9" type="subTitle"/>
          </p:nvPr>
        </p:nvSpPr>
        <p:spPr>
          <a:xfrm>
            <a:off x="6092500" y="1485525"/>
            <a:ext cx="2336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5" name="Google Shape;865;p49"/>
          <p:cNvSpPr txBox="1"/>
          <p:nvPr>
            <p:ph idx="13" type="subTitle"/>
          </p:nvPr>
        </p:nvSpPr>
        <p:spPr>
          <a:xfrm>
            <a:off x="715100" y="3135600"/>
            <a:ext cx="2336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6" name="Google Shape;866;p49"/>
          <p:cNvSpPr txBox="1"/>
          <p:nvPr>
            <p:ph idx="14" type="subTitle"/>
          </p:nvPr>
        </p:nvSpPr>
        <p:spPr>
          <a:xfrm>
            <a:off x="3403800" y="3135600"/>
            <a:ext cx="2336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7" name="Google Shape;867;p49"/>
          <p:cNvSpPr txBox="1"/>
          <p:nvPr>
            <p:ph idx="15" type="subTitle"/>
          </p:nvPr>
        </p:nvSpPr>
        <p:spPr>
          <a:xfrm>
            <a:off x="6092500" y="3135600"/>
            <a:ext cx="2336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0"/>
          <p:cNvSpPr txBox="1"/>
          <p:nvPr>
            <p:ph type="title"/>
          </p:nvPr>
        </p:nvSpPr>
        <p:spPr>
          <a:xfrm>
            <a:off x="1284000" y="540000"/>
            <a:ext cx="6576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70" name="Google Shape;870;p50"/>
          <p:cNvSpPr txBox="1"/>
          <p:nvPr>
            <p:ph idx="1" type="subTitle"/>
          </p:nvPr>
        </p:nvSpPr>
        <p:spPr>
          <a:xfrm>
            <a:off x="1284000" y="1246025"/>
            <a:ext cx="6576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1" name="Google Shape;871;p50"/>
          <p:cNvSpPr txBox="1"/>
          <p:nvPr>
            <p:ph idx="2" type="title"/>
          </p:nvPr>
        </p:nvSpPr>
        <p:spPr>
          <a:xfrm>
            <a:off x="1284000" y="1996138"/>
            <a:ext cx="6576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72" name="Google Shape;872;p50"/>
          <p:cNvSpPr txBox="1"/>
          <p:nvPr>
            <p:ph idx="3" type="subTitle"/>
          </p:nvPr>
        </p:nvSpPr>
        <p:spPr>
          <a:xfrm>
            <a:off x="1284000" y="2702163"/>
            <a:ext cx="6576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3" name="Google Shape;873;p50"/>
          <p:cNvSpPr txBox="1"/>
          <p:nvPr>
            <p:ph idx="4" type="title"/>
          </p:nvPr>
        </p:nvSpPr>
        <p:spPr>
          <a:xfrm>
            <a:off x="1284000" y="3452288"/>
            <a:ext cx="6576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74" name="Google Shape;874;p50"/>
          <p:cNvSpPr txBox="1"/>
          <p:nvPr>
            <p:ph idx="5" type="subTitle"/>
          </p:nvPr>
        </p:nvSpPr>
        <p:spPr>
          <a:xfrm>
            <a:off x="1284000" y="4158313"/>
            <a:ext cx="6576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LANK_1_1_1_1_1_1_3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51"/>
          <p:cNvSpPr txBox="1"/>
          <p:nvPr>
            <p:ph type="title"/>
          </p:nvPr>
        </p:nvSpPr>
        <p:spPr>
          <a:xfrm>
            <a:off x="715100" y="2090900"/>
            <a:ext cx="20856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77" name="Google Shape;877;p51"/>
          <p:cNvSpPr txBox="1"/>
          <p:nvPr>
            <p:ph idx="1" type="subTitle"/>
          </p:nvPr>
        </p:nvSpPr>
        <p:spPr>
          <a:xfrm>
            <a:off x="715100" y="2796927"/>
            <a:ext cx="20856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8" name="Google Shape;878;p51"/>
          <p:cNvSpPr txBox="1"/>
          <p:nvPr>
            <p:ph idx="2" type="title"/>
          </p:nvPr>
        </p:nvSpPr>
        <p:spPr>
          <a:xfrm>
            <a:off x="3529188" y="2090905"/>
            <a:ext cx="20856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79" name="Google Shape;879;p51"/>
          <p:cNvSpPr txBox="1"/>
          <p:nvPr>
            <p:ph idx="3" type="subTitle"/>
          </p:nvPr>
        </p:nvSpPr>
        <p:spPr>
          <a:xfrm>
            <a:off x="3529188" y="2796932"/>
            <a:ext cx="20856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0" name="Google Shape;880;p51"/>
          <p:cNvSpPr txBox="1"/>
          <p:nvPr>
            <p:ph idx="4" type="title"/>
          </p:nvPr>
        </p:nvSpPr>
        <p:spPr>
          <a:xfrm>
            <a:off x="6343300" y="2090897"/>
            <a:ext cx="20856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81" name="Google Shape;881;p51"/>
          <p:cNvSpPr txBox="1"/>
          <p:nvPr>
            <p:ph idx="5" type="subTitle"/>
          </p:nvPr>
        </p:nvSpPr>
        <p:spPr>
          <a:xfrm>
            <a:off x="6343300" y="2796925"/>
            <a:ext cx="20856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52"/>
          <p:cNvSpPr txBox="1"/>
          <p:nvPr>
            <p:ph type="ctrTitle"/>
          </p:nvPr>
        </p:nvSpPr>
        <p:spPr>
          <a:xfrm>
            <a:off x="2429925" y="535000"/>
            <a:ext cx="4284000" cy="15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84" name="Google Shape;884;p52"/>
          <p:cNvSpPr txBox="1"/>
          <p:nvPr>
            <p:ph idx="1" type="subTitle"/>
          </p:nvPr>
        </p:nvSpPr>
        <p:spPr>
          <a:xfrm>
            <a:off x="2425050" y="2280800"/>
            <a:ext cx="4293900" cy="12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5" name="Google Shape;885;p52"/>
          <p:cNvSpPr txBox="1"/>
          <p:nvPr/>
        </p:nvSpPr>
        <p:spPr>
          <a:xfrm>
            <a:off x="2779275" y="3514700"/>
            <a:ext cx="35853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CREDITS:</a:t>
            </a:r>
            <a:r>
              <a:rPr b="0" i="0" lang="en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This presentation template was created by </a:t>
            </a:r>
            <a:r>
              <a:rPr b="1" i="0" lang="en" sz="1100" u="none" cap="none" strike="noStrike">
                <a:solidFill>
                  <a:srgbClr val="000000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i="0" lang="en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</a:t>
            </a:r>
            <a:r>
              <a:rPr b="0" i="0" lang="en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including icons by </a:t>
            </a:r>
            <a:r>
              <a:rPr b="1" i="0" lang="en" sz="1100" u="none" cap="none" strike="noStrike">
                <a:solidFill>
                  <a:srgbClr val="000000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i="0" lang="en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</a:t>
            </a:r>
            <a:r>
              <a:rPr b="0" i="0" lang="en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and infographics &amp; images by </a:t>
            </a:r>
            <a:r>
              <a:rPr b="1" i="0" lang="en" sz="1100" u="none" cap="none" strike="noStrike">
                <a:solidFill>
                  <a:srgbClr val="000000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ebas Neue"/>
              <a:buNone/>
              <a:defRPr b="0" i="0" sz="3600" u="none" cap="none" strike="noStrik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720000" y="1617575"/>
            <a:ext cx="7704000" cy="29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0"/>
          <p:cNvSpPr txBox="1"/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b="0" i="0" sz="36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b="0" i="0" sz="36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b="0" i="0" sz="36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b="0" i="0" sz="36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b="0" i="0" sz="36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b="0" i="0" sz="36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b="0" i="0" sz="36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b="0" i="0" sz="36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b="0" i="0" sz="36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3" name="Google Shape;763;p30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726">
          <p15:clr>
            <a:srgbClr val="EA4335"/>
          </p15:clr>
        </p15:guide>
        <p15:guide id="7" orient="horz" pos="1816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rive.google.com/drive/folders/1_4MBRJ6fYj_elWHOw5GQFXHizlJmL7uS?usp=drive_link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mailto:it2022068@hua.gr" TargetMode="External"/><Relationship Id="rId4" Type="http://schemas.openxmlformats.org/officeDocument/2006/relationships/hyperlink" Target="mailto:it2022149@hua.gr" TargetMode="External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"/>
          <p:cNvSpPr txBox="1"/>
          <p:nvPr>
            <p:ph type="ctrTitle"/>
          </p:nvPr>
        </p:nvSpPr>
        <p:spPr>
          <a:xfrm>
            <a:off x="884500" y="1029363"/>
            <a:ext cx="6974400" cy="17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Datamining Project</a:t>
            </a:r>
            <a:endParaRPr/>
          </a:p>
        </p:txBody>
      </p:sp>
      <p:sp>
        <p:nvSpPr>
          <p:cNvPr id="892" name="Google Shape;892;p1"/>
          <p:cNvSpPr txBox="1"/>
          <p:nvPr>
            <p:ph idx="1" type="subTitle"/>
          </p:nvPr>
        </p:nvSpPr>
        <p:spPr>
          <a:xfrm>
            <a:off x="1022250" y="2317826"/>
            <a:ext cx="70995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i="1" lang="en" sz="1700"/>
              <a:t>Εξόρυξη Δεδομένων για την Ανάλυση και Πρόβλεψη Κατανάλωσης Ενέργειας σε ένα Έξυπνο Σπίτι </a:t>
            </a:r>
            <a:endParaRPr i="1" sz="1700"/>
          </a:p>
        </p:txBody>
      </p:sp>
      <p:grpSp>
        <p:nvGrpSpPr>
          <p:cNvPr id="893" name="Google Shape;893;p1"/>
          <p:cNvGrpSpPr/>
          <p:nvPr/>
        </p:nvGrpSpPr>
        <p:grpSpPr>
          <a:xfrm>
            <a:off x="-223784" y="-6"/>
            <a:ext cx="2284525" cy="985488"/>
            <a:chOff x="-223784" y="-6"/>
            <a:chExt cx="2284525" cy="985488"/>
          </a:xfrm>
        </p:grpSpPr>
        <p:sp>
          <p:nvSpPr>
            <p:cNvPr id="894" name="Google Shape;894;p1"/>
            <p:cNvSpPr/>
            <p:nvPr/>
          </p:nvSpPr>
          <p:spPr>
            <a:xfrm rot="5400000">
              <a:off x="751670" y="-653904"/>
              <a:ext cx="291159" cy="1770887"/>
            </a:xfrm>
            <a:custGeom>
              <a:rect b="b" l="l" r="r" t="t"/>
              <a:pathLst>
                <a:path extrusionOk="0" fill="none" h="20126" w="3309">
                  <a:moveTo>
                    <a:pt x="3309" y="20126"/>
                  </a:moveTo>
                  <a:lnTo>
                    <a:pt x="3309" y="10627"/>
                  </a:lnTo>
                  <a:lnTo>
                    <a:pt x="1" y="7293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1"/>
            <p:cNvSpPr/>
            <p:nvPr/>
          </p:nvSpPr>
          <p:spPr>
            <a:xfrm rot="5400000">
              <a:off x="294064" y="-86060"/>
              <a:ext cx="88" cy="564632"/>
            </a:xfrm>
            <a:custGeom>
              <a:rect b="b" l="l" r="r" t="t"/>
              <a:pathLst>
                <a:path extrusionOk="0" fill="none" h="6417" w="1">
                  <a:moveTo>
                    <a:pt x="1" y="6416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1"/>
            <p:cNvSpPr/>
            <p:nvPr/>
          </p:nvSpPr>
          <p:spPr>
            <a:xfrm rot="5400000">
              <a:off x="575332" y="113545"/>
              <a:ext cx="167709" cy="165509"/>
            </a:xfrm>
            <a:custGeom>
              <a:rect b="b" l="l" r="r" t="t"/>
              <a:pathLst>
                <a:path extrusionOk="0" h="1881" w="1906">
                  <a:moveTo>
                    <a:pt x="953" y="1"/>
                  </a:moveTo>
                  <a:cubicBezTo>
                    <a:pt x="426" y="1"/>
                    <a:pt x="0" y="402"/>
                    <a:pt x="0" y="928"/>
                  </a:cubicBezTo>
                  <a:cubicBezTo>
                    <a:pt x="0" y="1455"/>
                    <a:pt x="426" y="1881"/>
                    <a:pt x="953" y="1881"/>
                  </a:cubicBezTo>
                  <a:cubicBezTo>
                    <a:pt x="1479" y="1881"/>
                    <a:pt x="1905" y="1455"/>
                    <a:pt x="1905" y="928"/>
                  </a:cubicBezTo>
                  <a:cubicBezTo>
                    <a:pt x="1905" y="402"/>
                    <a:pt x="1479" y="1"/>
                    <a:pt x="95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1"/>
            <p:cNvSpPr/>
            <p:nvPr/>
          </p:nvSpPr>
          <p:spPr>
            <a:xfrm rot="5400000">
              <a:off x="873382" y="-351369"/>
              <a:ext cx="147899" cy="1895787"/>
            </a:xfrm>
            <a:custGeom>
              <a:rect b="b" l="l" r="r" t="t"/>
              <a:pathLst>
                <a:path extrusionOk="0" fill="none" h="21405" w="1681">
                  <a:moveTo>
                    <a:pt x="1" y="21405"/>
                  </a:moveTo>
                  <a:lnTo>
                    <a:pt x="1" y="5114"/>
                  </a:lnTo>
                  <a:lnTo>
                    <a:pt x="1680" y="3434"/>
                  </a:lnTo>
                  <a:lnTo>
                    <a:pt x="1680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1"/>
            <p:cNvSpPr/>
            <p:nvPr/>
          </p:nvSpPr>
          <p:spPr>
            <a:xfrm rot="5400000">
              <a:off x="551408" y="-235203"/>
              <a:ext cx="361727" cy="1912111"/>
            </a:xfrm>
            <a:custGeom>
              <a:rect b="b" l="l" r="r" t="t"/>
              <a:pathLst>
                <a:path extrusionOk="0" fill="none" h="21731" w="4111">
                  <a:moveTo>
                    <a:pt x="0" y="21730"/>
                  </a:moveTo>
                  <a:lnTo>
                    <a:pt x="0" y="14562"/>
                  </a:lnTo>
                  <a:lnTo>
                    <a:pt x="4110" y="10427"/>
                  </a:lnTo>
                  <a:lnTo>
                    <a:pt x="4110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1"/>
            <p:cNvSpPr/>
            <p:nvPr/>
          </p:nvSpPr>
          <p:spPr>
            <a:xfrm rot="5400000">
              <a:off x="1689436" y="818961"/>
              <a:ext cx="165421" cy="167621"/>
            </a:xfrm>
            <a:custGeom>
              <a:rect b="b" l="l" r="r" t="t"/>
              <a:pathLst>
                <a:path extrusionOk="0" h="1905" w="1880">
                  <a:moveTo>
                    <a:pt x="927" y="0"/>
                  </a:moveTo>
                  <a:cubicBezTo>
                    <a:pt x="401" y="0"/>
                    <a:pt x="0" y="426"/>
                    <a:pt x="0" y="952"/>
                  </a:cubicBezTo>
                  <a:cubicBezTo>
                    <a:pt x="0" y="1479"/>
                    <a:pt x="401" y="1905"/>
                    <a:pt x="927" y="1905"/>
                  </a:cubicBezTo>
                  <a:cubicBezTo>
                    <a:pt x="1454" y="1905"/>
                    <a:pt x="1880" y="1479"/>
                    <a:pt x="1880" y="952"/>
                  </a:cubicBezTo>
                  <a:cubicBezTo>
                    <a:pt x="1880" y="426"/>
                    <a:pt x="1454" y="0"/>
                    <a:pt x="927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1"/>
            <p:cNvSpPr/>
            <p:nvPr/>
          </p:nvSpPr>
          <p:spPr>
            <a:xfrm rot="5400000">
              <a:off x="1894132" y="585435"/>
              <a:ext cx="167709" cy="165509"/>
            </a:xfrm>
            <a:custGeom>
              <a:rect b="b" l="l" r="r" t="t"/>
              <a:pathLst>
                <a:path extrusionOk="0" h="1881" w="1906">
                  <a:moveTo>
                    <a:pt x="953" y="0"/>
                  </a:moveTo>
                  <a:cubicBezTo>
                    <a:pt x="427" y="0"/>
                    <a:pt x="1" y="426"/>
                    <a:pt x="1" y="928"/>
                  </a:cubicBezTo>
                  <a:cubicBezTo>
                    <a:pt x="1" y="1454"/>
                    <a:pt x="427" y="1880"/>
                    <a:pt x="953" y="1880"/>
                  </a:cubicBezTo>
                  <a:cubicBezTo>
                    <a:pt x="1479" y="1880"/>
                    <a:pt x="1905" y="1454"/>
                    <a:pt x="1905" y="928"/>
                  </a:cubicBezTo>
                  <a:cubicBezTo>
                    <a:pt x="1905" y="426"/>
                    <a:pt x="1479" y="0"/>
                    <a:pt x="9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1"/>
            <p:cNvSpPr/>
            <p:nvPr/>
          </p:nvSpPr>
          <p:spPr>
            <a:xfrm rot="5400000">
              <a:off x="1782751" y="-50"/>
              <a:ext cx="167621" cy="167709"/>
            </a:xfrm>
            <a:custGeom>
              <a:rect b="b" l="l" r="r" t="t"/>
              <a:pathLst>
                <a:path extrusionOk="0" h="1906" w="1905">
                  <a:moveTo>
                    <a:pt x="952" y="1"/>
                  </a:moveTo>
                  <a:cubicBezTo>
                    <a:pt x="426" y="1"/>
                    <a:pt x="0" y="427"/>
                    <a:pt x="0" y="953"/>
                  </a:cubicBezTo>
                  <a:cubicBezTo>
                    <a:pt x="0" y="1480"/>
                    <a:pt x="426" y="1906"/>
                    <a:pt x="952" y="1906"/>
                  </a:cubicBezTo>
                  <a:cubicBezTo>
                    <a:pt x="1479" y="1906"/>
                    <a:pt x="1905" y="1480"/>
                    <a:pt x="1905" y="953"/>
                  </a:cubicBezTo>
                  <a:cubicBezTo>
                    <a:pt x="1905" y="427"/>
                    <a:pt x="1479" y="1"/>
                    <a:pt x="9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2" name="Google Shape;902;p1"/>
          <p:cNvGrpSpPr/>
          <p:nvPr/>
        </p:nvGrpSpPr>
        <p:grpSpPr>
          <a:xfrm>
            <a:off x="5876365" y="118125"/>
            <a:ext cx="3316597" cy="2830577"/>
            <a:chOff x="5876365" y="118125"/>
            <a:chExt cx="3316597" cy="2830577"/>
          </a:xfrm>
        </p:grpSpPr>
        <p:sp>
          <p:nvSpPr>
            <p:cNvPr id="903" name="Google Shape;903;p1"/>
            <p:cNvSpPr/>
            <p:nvPr/>
          </p:nvSpPr>
          <p:spPr>
            <a:xfrm rot="10800000">
              <a:off x="9025253" y="996438"/>
              <a:ext cx="167709" cy="165509"/>
            </a:xfrm>
            <a:custGeom>
              <a:rect b="b" l="l" r="r" t="t"/>
              <a:pathLst>
                <a:path extrusionOk="0" h="1881" w="1906">
                  <a:moveTo>
                    <a:pt x="953" y="1"/>
                  </a:moveTo>
                  <a:cubicBezTo>
                    <a:pt x="426" y="1"/>
                    <a:pt x="0" y="402"/>
                    <a:pt x="0" y="928"/>
                  </a:cubicBezTo>
                  <a:cubicBezTo>
                    <a:pt x="0" y="1455"/>
                    <a:pt x="426" y="1881"/>
                    <a:pt x="953" y="1881"/>
                  </a:cubicBezTo>
                  <a:cubicBezTo>
                    <a:pt x="1479" y="1881"/>
                    <a:pt x="1905" y="1455"/>
                    <a:pt x="1905" y="928"/>
                  </a:cubicBezTo>
                  <a:cubicBezTo>
                    <a:pt x="1905" y="402"/>
                    <a:pt x="1479" y="1"/>
                    <a:pt x="9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1"/>
            <p:cNvSpPr/>
            <p:nvPr/>
          </p:nvSpPr>
          <p:spPr>
            <a:xfrm>
              <a:off x="6008817" y="118125"/>
              <a:ext cx="3134824" cy="182018"/>
            </a:xfrm>
            <a:custGeom>
              <a:rect b="b" l="l" r="r" t="t"/>
              <a:pathLst>
                <a:path extrusionOk="0" fill="none" h="1480" w="25490">
                  <a:moveTo>
                    <a:pt x="1" y="1479"/>
                  </a:moveTo>
                  <a:lnTo>
                    <a:pt x="13710" y="1479"/>
                  </a:lnTo>
                  <a:lnTo>
                    <a:pt x="15164" y="0"/>
                  </a:lnTo>
                  <a:lnTo>
                    <a:pt x="25490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1"/>
            <p:cNvSpPr/>
            <p:nvPr/>
          </p:nvSpPr>
          <p:spPr>
            <a:xfrm>
              <a:off x="5876365" y="182815"/>
              <a:ext cx="234282" cy="234409"/>
            </a:xfrm>
            <a:custGeom>
              <a:rect b="b" l="l" r="r" t="t"/>
              <a:pathLst>
                <a:path extrusionOk="0" h="1906" w="1905">
                  <a:moveTo>
                    <a:pt x="953" y="1"/>
                  </a:moveTo>
                  <a:cubicBezTo>
                    <a:pt x="426" y="1"/>
                    <a:pt x="0" y="427"/>
                    <a:pt x="0" y="953"/>
                  </a:cubicBezTo>
                  <a:cubicBezTo>
                    <a:pt x="0" y="1479"/>
                    <a:pt x="426" y="1905"/>
                    <a:pt x="953" y="1905"/>
                  </a:cubicBezTo>
                  <a:cubicBezTo>
                    <a:pt x="1479" y="1905"/>
                    <a:pt x="1905" y="1479"/>
                    <a:pt x="1905" y="953"/>
                  </a:cubicBezTo>
                  <a:cubicBezTo>
                    <a:pt x="1905" y="427"/>
                    <a:pt x="1479" y="1"/>
                    <a:pt x="9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1"/>
            <p:cNvSpPr/>
            <p:nvPr/>
          </p:nvSpPr>
          <p:spPr>
            <a:xfrm rot="10800000">
              <a:off x="9109108" y="515661"/>
              <a:ext cx="88" cy="564632"/>
            </a:xfrm>
            <a:custGeom>
              <a:rect b="b" l="l" r="r" t="t"/>
              <a:pathLst>
                <a:path extrusionOk="0" fill="none" h="6417" w="1">
                  <a:moveTo>
                    <a:pt x="1" y="6416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1"/>
            <p:cNvSpPr/>
            <p:nvPr/>
          </p:nvSpPr>
          <p:spPr>
            <a:xfrm rot="10800000">
              <a:off x="8441048" y="515657"/>
              <a:ext cx="361727" cy="2369168"/>
            </a:xfrm>
            <a:custGeom>
              <a:rect b="b" l="l" r="r" t="t"/>
              <a:pathLst>
                <a:path extrusionOk="0" fill="none" h="21731" w="4111">
                  <a:moveTo>
                    <a:pt x="0" y="21730"/>
                  </a:moveTo>
                  <a:lnTo>
                    <a:pt x="0" y="14562"/>
                  </a:lnTo>
                  <a:lnTo>
                    <a:pt x="4110" y="10427"/>
                  </a:lnTo>
                  <a:lnTo>
                    <a:pt x="4110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1"/>
            <p:cNvSpPr/>
            <p:nvPr/>
          </p:nvSpPr>
          <p:spPr>
            <a:xfrm rot="10800000">
              <a:off x="8357275" y="2781081"/>
              <a:ext cx="165421" cy="167621"/>
            </a:xfrm>
            <a:custGeom>
              <a:rect b="b" l="l" r="r" t="t"/>
              <a:pathLst>
                <a:path extrusionOk="0" h="1905" w="1880">
                  <a:moveTo>
                    <a:pt x="927" y="0"/>
                  </a:moveTo>
                  <a:cubicBezTo>
                    <a:pt x="401" y="0"/>
                    <a:pt x="0" y="426"/>
                    <a:pt x="0" y="952"/>
                  </a:cubicBezTo>
                  <a:cubicBezTo>
                    <a:pt x="0" y="1479"/>
                    <a:pt x="401" y="1905"/>
                    <a:pt x="927" y="1905"/>
                  </a:cubicBezTo>
                  <a:cubicBezTo>
                    <a:pt x="1454" y="1905"/>
                    <a:pt x="1880" y="1479"/>
                    <a:pt x="1880" y="952"/>
                  </a:cubicBezTo>
                  <a:cubicBezTo>
                    <a:pt x="1880" y="426"/>
                    <a:pt x="1454" y="0"/>
                    <a:pt x="9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9" name="Google Shape;909;p1"/>
          <p:cNvSpPr txBox="1"/>
          <p:nvPr/>
        </p:nvSpPr>
        <p:spPr>
          <a:xfrm>
            <a:off x="933925" y="3992200"/>
            <a:ext cx="39168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Βασιλική Μαρία Κουτσή - i</a:t>
            </a:r>
            <a:r>
              <a:rPr i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0" i="1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2022149</a:t>
            </a:r>
            <a:endParaRPr b="0" i="1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Ευαγγελία Μπάλιου - it2022068</a:t>
            </a:r>
            <a:endParaRPr b="0" i="1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Google Shape;910;p1"/>
          <p:cNvSpPr txBox="1"/>
          <p:nvPr/>
        </p:nvSpPr>
        <p:spPr>
          <a:xfrm>
            <a:off x="6383288" y="3830075"/>
            <a:ext cx="245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 Link: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DataminingProject</a:t>
            </a:r>
            <a:endParaRPr b="0" i="1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1"/>
          <p:cNvSpPr txBox="1"/>
          <p:nvPr/>
        </p:nvSpPr>
        <p:spPr>
          <a:xfrm>
            <a:off x="3585350" y="2948700"/>
            <a:ext cx="18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n" sz="1200" u="sng" cap="none" strike="noStrike">
                <a:solidFill>
                  <a:schemeClr val="dk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Ομάδα 7</a:t>
            </a:r>
            <a:endParaRPr b="1" i="0" sz="1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2"/>
          <p:cNvSpPr/>
          <p:nvPr/>
        </p:nvSpPr>
        <p:spPr>
          <a:xfrm>
            <a:off x="5019975" y="1472375"/>
            <a:ext cx="2708700" cy="3136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2"/>
          <p:cNvSpPr/>
          <p:nvPr/>
        </p:nvSpPr>
        <p:spPr>
          <a:xfrm>
            <a:off x="1422075" y="1472375"/>
            <a:ext cx="2708700" cy="3136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2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ΔΟΜΗ ΠΑΡΟΥΣΙΑΣΗΣ</a:t>
            </a:r>
            <a:endParaRPr/>
          </a:p>
        </p:txBody>
      </p:sp>
      <p:grpSp>
        <p:nvGrpSpPr>
          <p:cNvPr id="919" name="Google Shape;919;p2"/>
          <p:cNvGrpSpPr/>
          <p:nvPr/>
        </p:nvGrpSpPr>
        <p:grpSpPr>
          <a:xfrm>
            <a:off x="5252166" y="2882077"/>
            <a:ext cx="1922117" cy="591350"/>
            <a:chOff x="3663280" y="2288433"/>
            <a:chExt cx="1806161" cy="591350"/>
          </a:xfrm>
        </p:grpSpPr>
        <p:sp>
          <p:nvSpPr>
            <p:cNvPr id="920" name="Google Shape;920;p2"/>
            <p:cNvSpPr txBox="1"/>
            <p:nvPr/>
          </p:nvSpPr>
          <p:spPr>
            <a:xfrm>
              <a:off x="3679641" y="2391383"/>
              <a:ext cx="17898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1" name="Google Shape;921;p2"/>
            <p:cNvSpPr txBox="1"/>
            <p:nvPr/>
          </p:nvSpPr>
          <p:spPr>
            <a:xfrm>
              <a:off x="3663280" y="2288433"/>
              <a:ext cx="1789800" cy="31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" sz="1900" u="none" cap="none" strike="noStrike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Κανόνες Συσχέτισης</a:t>
              </a:r>
              <a:endParaRPr b="0" i="0" sz="19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922" name="Google Shape;922;p2"/>
          <p:cNvGrpSpPr/>
          <p:nvPr/>
        </p:nvGrpSpPr>
        <p:grpSpPr>
          <a:xfrm>
            <a:off x="5252180" y="3837311"/>
            <a:ext cx="1922129" cy="528158"/>
            <a:chOff x="6629703" y="3893827"/>
            <a:chExt cx="1806173" cy="528158"/>
          </a:xfrm>
        </p:grpSpPr>
        <p:sp>
          <p:nvSpPr>
            <p:cNvPr id="923" name="Google Shape;923;p2"/>
            <p:cNvSpPr txBox="1"/>
            <p:nvPr/>
          </p:nvSpPr>
          <p:spPr>
            <a:xfrm>
              <a:off x="6646076" y="3933585"/>
              <a:ext cx="17898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4" name="Google Shape;924;p2"/>
            <p:cNvSpPr txBox="1"/>
            <p:nvPr/>
          </p:nvSpPr>
          <p:spPr>
            <a:xfrm>
              <a:off x="6629703" y="3893827"/>
              <a:ext cx="1789800" cy="31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" sz="1900" u="none" cap="none" strike="noStrike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Πρόβλεψη Χρονοσειρών</a:t>
              </a:r>
              <a:endParaRPr b="0" i="0" sz="19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925" name="Google Shape;925;p2"/>
          <p:cNvGrpSpPr/>
          <p:nvPr/>
        </p:nvGrpSpPr>
        <p:grpSpPr>
          <a:xfrm>
            <a:off x="5234755" y="2007855"/>
            <a:ext cx="1939553" cy="573538"/>
            <a:chOff x="6613312" y="2306245"/>
            <a:chExt cx="1822546" cy="573538"/>
          </a:xfrm>
        </p:grpSpPr>
        <p:sp>
          <p:nvSpPr>
            <p:cNvPr id="926" name="Google Shape;926;p2"/>
            <p:cNvSpPr txBox="1"/>
            <p:nvPr/>
          </p:nvSpPr>
          <p:spPr>
            <a:xfrm>
              <a:off x="6646058" y="2391383"/>
              <a:ext cx="17898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7" name="Google Shape;927;p2"/>
            <p:cNvSpPr txBox="1"/>
            <p:nvPr/>
          </p:nvSpPr>
          <p:spPr>
            <a:xfrm>
              <a:off x="6613312" y="2306245"/>
              <a:ext cx="1789800" cy="31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" sz="1900" u="none" cap="none" strike="noStrike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Ομαδοποίηση</a:t>
              </a:r>
              <a:endParaRPr b="0" i="0" sz="19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928" name="Google Shape;928;p2"/>
          <p:cNvGrpSpPr/>
          <p:nvPr/>
        </p:nvGrpSpPr>
        <p:grpSpPr>
          <a:xfrm>
            <a:off x="1976489" y="3814598"/>
            <a:ext cx="1904705" cy="550858"/>
            <a:chOff x="717325" y="4057727"/>
            <a:chExt cx="1789800" cy="550858"/>
          </a:xfrm>
        </p:grpSpPr>
        <p:sp>
          <p:nvSpPr>
            <p:cNvPr id="929" name="Google Shape;929;p2"/>
            <p:cNvSpPr txBox="1"/>
            <p:nvPr/>
          </p:nvSpPr>
          <p:spPr>
            <a:xfrm>
              <a:off x="717325" y="4120185"/>
              <a:ext cx="17898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0" name="Google Shape;930;p2"/>
            <p:cNvSpPr txBox="1"/>
            <p:nvPr/>
          </p:nvSpPr>
          <p:spPr>
            <a:xfrm>
              <a:off x="717325" y="4057727"/>
              <a:ext cx="1789800" cy="31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" sz="1900" u="none" cap="none" strike="noStrike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Παλινδρόμηση</a:t>
              </a:r>
              <a:endParaRPr b="0" i="0" sz="19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931" name="Google Shape;931;p2"/>
          <p:cNvGrpSpPr/>
          <p:nvPr/>
        </p:nvGrpSpPr>
        <p:grpSpPr>
          <a:xfrm>
            <a:off x="1864975" y="2836718"/>
            <a:ext cx="2016219" cy="636699"/>
            <a:chOff x="608467" y="2636109"/>
            <a:chExt cx="1894587" cy="636699"/>
          </a:xfrm>
        </p:grpSpPr>
        <p:sp>
          <p:nvSpPr>
            <p:cNvPr id="932" name="Google Shape;932;p2"/>
            <p:cNvSpPr txBox="1"/>
            <p:nvPr/>
          </p:nvSpPr>
          <p:spPr>
            <a:xfrm>
              <a:off x="713254" y="2784408"/>
              <a:ext cx="17898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3" name="Google Shape;933;p2"/>
            <p:cNvSpPr txBox="1"/>
            <p:nvPr/>
          </p:nvSpPr>
          <p:spPr>
            <a:xfrm>
              <a:off x="608467" y="2636109"/>
              <a:ext cx="17898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" sz="1900" u="none" cap="none" strike="noStrike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Ταξινομήση</a:t>
              </a:r>
              <a:endParaRPr b="0" i="0" sz="19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sp>
        <p:nvSpPr>
          <p:cNvPr id="934" name="Google Shape;934;p2"/>
          <p:cNvSpPr txBox="1"/>
          <p:nvPr/>
        </p:nvSpPr>
        <p:spPr>
          <a:xfrm>
            <a:off x="1976500" y="1796468"/>
            <a:ext cx="19047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Προεπεξεργασία &amp;  Εξαγωγή</a:t>
            </a:r>
            <a:endParaRPr b="0" i="0" sz="19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grpSp>
        <p:nvGrpSpPr>
          <p:cNvPr id="935" name="Google Shape;935;p2"/>
          <p:cNvGrpSpPr/>
          <p:nvPr/>
        </p:nvGrpSpPr>
        <p:grpSpPr>
          <a:xfrm>
            <a:off x="1079707" y="1751147"/>
            <a:ext cx="669603" cy="830216"/>
            <a:chOff x="986307" y="1526200"/>
            <a:chExt cx="669603" cy="830216"/>
          </a:xfrm>
        </p:grpSpPr>
        <p:sp>
          <p:nvSpPr>
            <p:cNvPr id="936" name="Google Shape;936;p2"/>
            <p:cNvSpPr/>
            <p:nvPr/>
          </p:nvSpPr>
          <p:spPr>
            <a:xfrm>
              <a:off x="986307" y="1603875"/>
              <a:ext cx="668100" cy="668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7" name="Google Shape;937;p2"/>
            <p:cNvGrpSpPr/>
            <p:nvPr/>
          </p:nvGrpSpPr>
          <p:grpSpPr>
            <a:xfrm rot="5400000">
              <a:off x="906690" y="1607196"/>
              <a:ext cx="830216" cy="668223"/>
              <a:chOff x="4031298" y="1694596"/>
              <a:chExt cx="1089808" cy="877163"/>
            </a:xfrm>
          </p:grpSpPr>
          <p:grpSp>
            <p:nvGrpSpPr>
              <p:cNvPr id="938" name="Google Shape;938;p2"/>
              <p:cNvGrpSpPr/>
              <p:nvPr/>
            </p:nvGrpSpPr>
            <p:grpSpPr>
              <a:xfrm>
                <a:off x="5012112" y="1913794"/>
                <a:ext cx="108994" cy="332078"/>
                <a:chOff x="4031312" y="1913794"/>
                <a:chExt cx="108994" cy="332078"/>
              </a:xfrm>
            </p:grpSpPr>
            <p:sp>
              <p:nvSpPr>
                <p:cNvPr id="939" name="Google Shape;939;p2"/>
                <p:cNvSpPr/>
                <p:nvPr/>
              </p:nvSpPr>
              <p:spPr>
                <a:xfrm flipH="1">
                  <a:off x="4039698" y="1913794"/>
                  <a:ext cx="100608" cy="122"/>
                </a:xfrm>
                <a:custGeom>
                  <a:rect b="b" l="l" r="r" t="t"/>
                  <a:pathLst>
                    <a:path extrusionOk="0" fill="none" h="1" w="828">
                      <a:moveTo>
                        <a:pt x="1" y="1"/>
                      </a:moveTo>
                      <a:lnTo>
                        <a:pt x="828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0" name="Google Shape;940;p2"/>
                <p:cNvSpPr/>
                <p:nvPr/>
              </p:nvSpPr>
              <p:spPr>
                <a:xfrm flipH="1">
                  <a:off x="4031312" y="2005167"/>
                  <a:ext cx="76307" cy="122"/>
                </a:xfrm>
                <a:custGeom>
                  <a:rect b="b" l="l" r="r" t="t"/>
                  <a:pathLst>
                    <a:path extrusionOk="0" fill="none" h="1" w="628">
                      <a:moveTo>
                        <a:pt x="1" y="1"/>
                      </a:moveTo>
                      <a:lnTo>
                        <a:pt x="627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1" name="Google Shape;941;p2"/>
                <p:cNvSpPr/>
                <p:nvPr/>
              </p:nvSpPr>
              <p:spPr>
                <a:xfrm flipH="1">
                  <a:off x="4037376" y="2245750"/>
                  <a:ext cx="64156" cy="122"/>
                </a:xfrm>
                <a:custGeom>
                  <a:rect b="b" l="l" r="r" t="t"/>
                  <a:pathLst>
                    <a:path extrusionOk="0" fill="none" h="1" w="528">
                      <a:moveTo>
                        <a:pt x="1" y="0"/>
                      </a:moveTo>
                      <a:lnTo>
                        <a:pt x="527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42" name="Google Shape;942;p2"/>
              <p:cNvGrpSpPr/>
              <p:nvPr/>
            </p:nvGrpSpPr>
            <p:grpSpPr>
              <a:xfrm>
                <a:off x="4031298" y="1694596"/>
                <a:ext cx="980795" cy="877163"/>
                <a:chOff x="4031298" y="1694596"/>
                <a:chExt cx="980795" cy="877163"/>
              </a:xfrm>
            </p:grpSpPr>
            <p:sp>
              <p:nvSpPr>
                <p:cNvPr id="943" name="Google Shape;943;p2"/>
                <p:cNvSpPr/>
                <p:nvPr/>
              </p:nvSpPr>
              <p:spPr>
                <a:xfrm flipH="1">
                  <a:off x="4923636" y="2483296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4" name="Google Shape;944;p2"/>
                <p:cNvSpPr/>
                <p:nvPr/>
              </p:nvSpPr>
              <p:spPr>
                <a:xfrm flipH="1">
                  <a:off x="4923636" y="1804195"/>
                  <a:ext cx="122" cy="633540"/>
                </a:xfrm>
                <a:custGeom>
                  <a:rect b="b" l="l" r="r" t="t"/>
                  <a:pathLst>
                    <a:path extrusionOk="0" fill="none" h="5214" w="1">
                      <a:moveTo>
                        <a:pt x="0" y="521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5" name="Google Shape;945;p2"/>
                <p:cNvSpPr/>
                <p:nvPr/>
              </p:nvSpPr>
              <p:spPr>
                <a:xfrm flipH="1">
                  <a:off x="4923636" y="1782810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6" name="Google Shape;946;p2"/>
                <p:cNvSpPr/>
                <p:nvPr/>
              </p:nvSpPr>
              <p:spPr>
                <a:xfrm flipH="1">
                  <a:off x="4244531" y="1782810"/>
                  <a:ext cx="633662" cy="122"/>
                </a:xfrm>
                <a:custGeom>
                  <a:rect b="b" l="l" r="r" t="t"/>
                  <a:pathLst>
                    <a:path extrusionOk="0" fill="none" h="1" w="5215">
                      <a:moveTo>
                        <a:pt x="1" y="1"/>
                      </a:moveTo>
                      <a:lnTo>
                        <a:pt x="5214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7" name="Google Shape;947;p2"/>
                <p:cNvSpPr/>
                <p:nvPr/>
              </p:nvSpPr>
              <p:spPr>
                <a:xfrm flipH="1">
                  <a:off x="4223272" y="1782810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8" name="Google Shape;948;p2"/>
                <p:cNvSpPr/>
                <p:nvPr/>
              </p:nvSpPr>
              <p:spPr>
                <a:xfrm flipH="1">
                  <a:off x="4223272" y="1825459"/>
                  <a:ext cx="122" cy="633540"/>
                </a:xfrm>
                <a:custGeom>
                  <a:rect b="b" l="l" r="r" t="t"/>
                  <a:pathLst>
                    <a:path extrusionOk="0" fill="none" h="5214" w="1">
                      <a:moveTo>
                        <a:pt x="0" y="1"/>
                      </a:moveTo>
                      <a:lnTo>
                        <a:pt x="0" y="5214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9" name="Google Shape;949;p2"/>
                <p:cNvSpPr/>
                <p:nvPr/>
              </p:nvSpPr>
              <p:spPr>
                <a:xfrm flipH="1">
                  <a:off x="4223272" y="2483296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0" name="Google Shape;950;p2"/>
                <p:cNvSpPr/>
                <p:nvPr/>
              </p:nvSpPr>
              <p:spPr>
                <a:xfrm flipH="1">
                  <a:off x="4265916" y="2483296"/>
                  <a:ext cx="633540" cy="122"/>
                </a:xfrm>
                <a:custGeom>
                  <a:rect b="b" l="l" r="r" t="t"/>
                  <a:pathLst>
                    <a:path extrusionOk="0" fill="none" h="1" w="5214">
                      <a:moveTo>
                        <a:pt x="5214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1" name="Google Shape;951;p2"/>
                <p:cNvSpPr/>
                <p:nvPr/>
              </p:nvSpPr>
              <p:spPr>
                <a:xfrm flipH="1">
                  <a:off x="4131893" y="1694596"/>
                  <a:ext cx="880200" cy="877163"/>
                </a:xfrm>
                <a:custGeom>
                  <a:rect b="b" l="l" r="r" t="t"/>
                  <a:pathLst>
                    <a:path extrusionOk="0" fill="none" h="7219" w="7244">
                      <a:moveTo>
                        <a:pt x="0" y="0"/>
                      </a:moveTo>
                      <a:lnTo>
                        <a:pt x="7243" y="0"/>
                      </a:lnTo>
                      <a:lnTo>
                        <a:pt x="7243" y="7218"/>
                      </a:lnTo>
                      <a:lnTo>
                        <a:pt x="0" y="7218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2" name="Google Shape;952;p2"/>
                <p:cNvSpPr/>
                <p:nvPr/>
              </p:nvSpPr>
              <p:spPr>
                <a:xfrm flipH="1">
                  <a:off x="4031298" y="1913794"/>
                  <a:ext cx="100608" cy="122"/>
                </a:xfrm>
                <a:custGeom>
                  <a:rect b="b" l="l" r="r" t="t"/>
                  <a:pathLst>
                    <a:path extrusionOk="0" fill="none" h="1" w="828">
                      <a:moveTo>
                        <a:pt x="1" y="1"/>
                      </a:moveTo>
                      <a:lnTo>
                        <a:pt x="828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3" name="Google Shape;953;p2"/>
                <p:cNvSpPr/>
                <p:nvPr/>
              </p:nvSpPr>
              <p:spPr>
                <a:xfrm flipH="1">
                  <a:off x="4055587" y="2005167"/>
                  <a:ext cx="76307" cy="122"/>
                </a:xfrm>
                <a:custGeom>
                  <a:rect b="b" l="l" r="r" t="t"/>
                  <a:pathLst>
                    <a:path extrusionOk="0" fill="none" h="1" w="628">
                      <a:moveTo>
                        <a:pt x="1" y="1"/>
                      </a:moveTo>
                      <a:lnTo>
                        <a:pt x="627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4" name="Google Shape;954;p2"/>
                <p:cNvSpPr/>
                <p:nvPr/>
              </p:nvSpPr>
              <p:spPr>
                <a:xfrm flipH="1">
                  <a:off x="4064613" y="2245750"/>
                  <a:ext cx="64156" cy="122"/>
                </a:xfrm>
                <a:custGeom>
                  <a:rect b="b" l="l" r="r" t="t"/>
                  <a:pathLst>
                    <a:path extrusionOk="0" fill="none" h="1" w="528">
                      <a:moveTo>
                        <a:pt x="1" y="0"/>
                      </a:moveTo>
                      <a:lnTo>
                        <a:pt x="527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955" name="Google Shape;955;p2"/>
          <p:cNvGrpSpPr/>
          <p:nvPr/>
        </p:nvGrpSpPr>
        <p:grpSpPr>
          <a:xfrm>
            <a:off x="1079707" y="2665860"/>
            <a:ext cx="669603" cy="830216"/>
            <a:chOff x="986307" y="1526200"/>
            <a:chExt cx="669603" cy="830216"/>
          </a:xfrm>
        </p:grpSpPr>
        <p:sp>
          <p:nvSpPr>
            <p:cNvPr id="956" name="Google Shape;956;p2"/>
            <p:cNvSpPr/>
            <p:nvPr/>
          </p:nvSpPr>
          <p:spPr>
            <a:xfrm>
              <a:off x="986307" y="1603875"/>
              <a:ext cx="668100" cy="668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7" name="Google Shape;957;p2"/>
            <p:cNvGrpSpPr/>
            <p:nvPr/>
          </p:nvGrpSpPr>
          <p:grpSpPr>
            <a:xfrm rot="5400000">
              <a:off x="906690" y="1607196"/>
              <a:ext cx="830216" cy="668223"/>
              <a:chOff x="4031298" y="1694596"/>
              <a:chExt cx="1089808" cy="877163"/>
            </a:xfrm>
          </p:grpSpPr>
          <p:grpSp>
            <p:nvGrpSpPr>
              <p:cNvPr id="958" name="Google Shape;958;p2"/>
              <p:cNvGrpSpPr/>
              <p:nvPr/>
            </p:nvGrpSpPr>
            <p:grpSpPr>
              <a:xfrm>
                <a:off x="5012112" y="1913794"/>
                <a:ext cx="108994" cy="332078"/>
                <a:chOff x="4031312" y="1913794"/>
                <a:chExt cx="108994" cy="332078"/>
              </a:xfrm>
            </p:grpSpPr>
            <p:sp>
              <p:nvSpPr>
                <p:cNvPr id="959" name="Google Shape;959;p2"/>
                <p:cNvSpPr/>
                <p:nvPr/>
              </p:nvSpPr>
              <p:spPr>
                <a:xfrm flipH="1">
                  <a:off x="4039698" y="1913794"/>
                  <a:ext cx="100608" cy="122"/>
                </a:xfrm>
                <a:custGeom>
                  <a:rect b="b" l="l" r="r" t="t"/>
                  <a:pathLst>
                    <a:path extrusionOk="0" fill="none" h="1" w="828">
                      <a:moveTo>
                        <a:pt x="1" y="1"/>
                      </a:moveTo>
                      <a:lnTo>
                        <a:pt x="828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0" name="Google Shape;960;p2"/>
                <p:cNvSpPr/>
                <p:nvPr/>
              </p:nvSpPr>
              <p:spPr>
                <a:xfrm flipH="1">
                  <a:off x="4031312" y="2005167"/>
                  <a:ext cx="76307" cy="122"/>
                </a:xfrm>
                <a:custGeom>
                  <a:rect b="b" l="l" r="r" t="t"/>
                  <a:pathLst>
                    <a:path extrusionOk="0" fill="none" h="1" w="628">
                      <a:moveTo>
                        <a:pt x="1" y="1"/>
                      </a:moveTo>
                      <a:lnTo>
                        <a:pt x="627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1" name="Google Shape;961;p2"/>
                <p:cNvSpPr/>
                <p:nvPr/>
              </p:nvSpPr>
              <p:spPr>
                <a:xfrm flipH="1">
                  <a:off x="4037376" y="2245750"/>
                  <a:ext cx="64156" cy="122"/>
                </a:xfrm>
                <a:custGeom>
                  <a:rect b="b" l="l" r="r" t="t"/>
                  <a:pathLst>
                    <a:path extrusionOk="0" fill="none" h="1" w="528">
                      <a:moveTo>
                        <a:pt x="1" y="0"/>
                      </a:moveTo>
                      <a:lnTo>
                        <a:pt x="527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62" name="Google Shape;962;p2"/>
              <p:cNvGrpSpPr/>
              <p:nvPr/>
            </p:nvGrpSpPr>
            <p:grpSpPr>
              <a:xfrm>
                <a:off x="4031298" y="1694596"/>
                <a:ext cx="980795" cy="877163"/>
                <a:chOff x="4031298" y="1694596"/>
                <a:chExt cx="980795" cy="877163"/>
              </a:xfrm>
            </p:grpSpPr>
            <p:sp>
              <p:nvSpPr>
                <p:cNvPr id="963" name="Google Shape;963;p2"/>
                <p:cNvSpPr/>
                <p:nvPr/>
              </p:nvSpPr>
              <p:spPr>
                <a:xfrm flipH="1">
                  <a:off x="4923636" y="2483296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4" name="Google Shape;964;p2"/>
                <p:cNvSpPr/>
                <p:nvPr/>
              </p:nvSpPr>
              <p:spPr>
                <a:xfrm flipH="1">
                  <a:off x="4923636" y="1804195"/>
                  <a:ext cx="122" cy="633540"/>
                </a:xfrm>
                <a:custGeom>
                  <a:rect b="b" l="l" r="r" t="t"/>
                  <a:pathLst>
                    <a:path extrusionOk="0" fill="none" h="5214" w="1">
                      <a:moveTo>
                        <a:pt x="0" y="521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5" name="Google Shape;965;p2"/>
                <p:cNvSpPr/>
                <p:nvPr/>
              </p:nvSpPr>
              <p:spPr>
                <a:xfrm flipH="1">
                  <a:off x="4923636" y="1782810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6" name="Google Shape;966;p2"/>
                <p:cNvSpPr/>
                <p:nvPr/>
              </p:nvSpPr>
              <p:spPr>
                <a:xfrm flipH="1">
                  <a:off x="4244531" y="1782810"/>
                  <a:ext cx="633662" cy="122"/>
                </a:xfrm>
                <a:custGeom>
                  <a:rect b="b" l="l" r="r" t="t"/>
                  <a:pathLst>
                    <a:path extrusionOk="0" fill="none" h="1" w="5215">
                      <a:moveTo>
                        <a:pt x="1" y="1"/>
                      </a:moveTo>
                      <a:lnTo>
                        <a:pt x="5214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7" name="Google Shape;967;p2"/>
                <p:cNvSpPr/>
                <p:nvPr/>
              </p:nvSpPr>
              <p:spPr>
                <a:xfrm flipH="1">
                  <a:off x="4223272" y="1782810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8" name="Google Shape;968;p2"/>
                <p:cNvSpPr/>
                <p:nvPr/>
              </p:nvSpPr>
              <p:spPr>
                <a:xfrm flipH="1">
                  <a:off x="4223272" y="1825459"/>
                  <a:ext cx="122" cy="633540"/>
                </a:xfrm>
                <a:custGeom>
                  <a:rect b="b" l="l" r="r" t="t"/>
                  <a:pathLst>
                    <a:path extrusionOk="0" fill="none" h="5214" w="1">
                      <a:moveTo>
                        <a:pt x="0" y="1"/>
                      </a:moveTo>
                      <a:lnTo>
                        <a:pt x="0" y="5214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9" name="Google Shape;969;p2"/>
                <p:cNvSpPr/>
                <p:nvPr/>
              </p:nvSpPr>
              <p:spPr>
                <a:xfrm flipH="1">
                  <a:off x="4223272" y="2483296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0" name="Google Shape;970;p2"/>
                <p:cNvSpPr/>
                <p:nvPr/>
              </p:nvSpPr>
              <p:spPr>
                <a:xfrm flipH="1">
                  <a:off x="4265916" y="2483296"/>
                  <a:ext cx="633540" cy="122"/>
                </a:xfrm>
                <a:custGeom>
                  <a:rect b="b" l="l" r="r" t="t"/>
                  <a:pathLst>
                    <a:path extrusionOk="0" fill="none" h="1" w="5214">
                      <a:moveTo>
                        <a:pt x="5214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1" name="Google Shape;971;p2"/>
                <p:cNvSpPr/>
                <p:nvPr/>
              </p:nvSpPr>
              <p:spPr>
                <a:xfrm flipH="1">
                  <a:off x="4131893" y="1694596"/>
                  <a:ext cx="880200" cy="877163"/>
                </a:xfrm>
                <a:custGeom>
                  <a:rect b="b" l="l" r="r" t="t"/>
                  <a:pathLst>
                    <a:path extrusionOk="0" fill="none" h="7219" w="7244">
                      <a:moveTo>
                        <a:pt x="0" y="0"/>
                      </a:moveTo>
                      <a:lnTo>
                        <a:pt x="7243" y="0"/>
                      </a:lnTo>
                      <a:lnTo>
                        <a:pt x="7243" y="7218"/>
                      </a:lnTo>
                      <a:lnTo>
                        <a:pt x="0" y="7218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2" name="Google Shape;972;p2"/>
                <p:cNvSpPr/>
                <p:nvPr/>
              </p:nvSpPr>
              <p:spPr>
                <a:xfrm flipH="1">
                  <a:off x="4031298" y="1913794"/>
                  <a:ext cx="100608" cy="122"/>
                </a:xfrm>
                <a:custGeom>
                  <a:rect b="b" l="l" r="r" t="t"/>
                  <a:pathLst>
                    <a:path extrusionOk="0" fill="none" h="1" w="828">
                      <a:moveTo>
                        <a:pt x="1" y="1"/>
                      </a:moveTo>
                      <a:lnTo>
                        <a:pt x="828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3" name="Google Shape;973;p2"/>
                <p:cNvSpPr/>
                <p:nvPr/>
              </p:nvSpPr>
              <p:spPr>
                <a:xfrm flipH="1">
                  <a:off x="4055587" y="2005167"/>
                  <a:ext cx="76307" cy="122"/>
                </a:xfrm>
                <a:custGeom>
                  <a:rect b="b" l="l" r="r" t="t"/>
                  <a:pathLst>
                    <a:path extrusionOk="0" fill="none" h="1" w="628">
                      <a:moveTo>
                        <a:pt x="1" y="1"/>
                      </a:moveTo>
                      <a:lnTo>
                        <a:pt x="627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4" name="Google Shape;974;p2"/>
                <p:cNvSpPr/>
                <p:nvPr/>
              </p:nvSpPr>
              <p:spPr>
                <a:xfrm flipH="1">
                  <a:off x="4064613" y="2245750"/>
                  <a:ext cx="64156" cy="122"/>
                </a:xfrm>
                <a:custGeom>
                  <a:rect b="b" l="l" r="r" t="t"/>
                  <a:pathLst>
                    <a:path extrusionOk="0" fill="none" h="1" w="528">
                      <a:moveTo>
                        <a:pt x="1" y="0"/>
                      </a:moveTo>
                      <a:lnTo>
                        <a:pt x="527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975" name="Google Shape;975;p2"/>
          <p:cNvSpPr txBox="1"/>
          <p:nvPr/>
        </p:nvSpPr>
        <p:spPr>
          <a:xfrm>
            <a:off x="1080800" y="1862925"/>
            <a:ext cx="6681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01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76" name="Google Shape;976;p2"/>
          <p:cNvSpPr txBox="1"/>
          <p:nvPr/>
        </p:nvSpPr>
        <p:spPr>
          <a:xfrm>
            <a:off x="1079350" y="2777649"/>
            <a:ext cx="6681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02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grpSp>
        <p:nvGrpSpPr>
          <p:cNvPr id="977" name="Google Shape;977;p2"/>
          <p:cNvGrpSpPr/>
          <p:nvPr/>
        </p:nvGrpSpPr>
        <p:grpSpPr>
          <a:xfrm>
            <a:off x="1079707" y="3580560"/>
            <a:ext cx="669603" cy="830216"/>
            <a:chOff x="986307" y="1526200"/>
            <a:chExt cx="669603" cy="830216"/>
          </a:xfrm>
        </p:grpSpPr>
        <p:sp>
          <p:nvSpPr>
            <p:cNvPr id="978" name="Google Shape;978;p2"/>
            <p:cNvSpPr/>
            <p:nvPr/>
          </p:nvSpPr>
          <p:spPr>
            <a:xfrm>
              <a:off x="986307" y="1603875"/>
              <a:ext cx="668100" cy="668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9" name="Google Shape;979;p2"/>
            <p:cNvGrpSpPr/>
            <p:nvPr/>
          </p:nvGrpSpPr>
          <p:grpSpPr>
            <a:xfrm rot="5400000">
              <a:off x="906690" y="1607196"/>
              <a:ext cx="830216" cy="668223"/>
              <a:chOff x="4031298" y="1694596"/>
              <a:chExt cx="1089808" cy="877163"/>
            </a:xfrm>
          </p:grpSpPr>
          <p:grpSp>
            <p:nvGrpSpPr>
              <p:cNvPr id="980" name="Google Shape;980;p2"/>
              <p:cNvGrpSpPr/>
              <p:nvPr/>
            </p:nvGrpSpPr>
            <p:grpSpPr>
              <a:xfrm>
                <a:off x="5012112" y="1913794"/>
                <a:ext cx="108994" cy="332078"/>
                <a:chOff x="4031312" y="1913794"/>
                <a:chExt cx="108994" cy="332078"/>
              </a:xfrm>
            </p:grpSpPr>
            <p:sp>
              <p:nvSpPr>
                <p:cNvPr id="981" name="Google Shape;981;p2"/>
                <p:cNvSpPr/>
                <p:nvPr/>
              </p:nvSpPr>
              <p:spPr>
                <a:xfrm flipH="1">
                  <a:off x="4039698" y="1913794"/>
                  <a:ext cx="100608" cy="122"/>
                </a:xfrm>
                <a:custGeom>
                  <a:rect b="b" l="l" r="r" t="t"/>
                  <a:pathLst>
                    <a:path extrusionOk="0" fill="none" h="1" w="828">
                      <a:moveTo>
                        <a:pt x="1" y="1"/>
                      </a:moveTo>
                      <a:lnTo>
                        <a:pt x="828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2" name="Google Shape;982;p2"/>
                <p:cNvSpPr/>
                <p:nvPr/>
              </p:nvSpPr>
              <p:spPr>
                <a:xfrm flipH="1">
                  <a:off x="4031312" y="2005167"/>
                  <a:ext cx="76307" cy="122"/>
                </a:xfrm>
                <a:custGeom>
                  <a:rect b="b" l="l" r="r" t="t"/>
                  <a:pathLst>
                    <a:path extrusionOk="0" fill="none" h="1" w="628">
                      <a:moveTo>
                        <a:pt x="1" y="1"/>
                      </a:moveTo>
                      <a:lnTo>
                        <a:pt x="627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3" name="Google Shape;983;p2"/>
                <p:cNvSpPr/>
                <p:nvPr/>
              </p:nvSpPr>
              <p:spPr>
                <a:xfrm flipH="1">
                  <a:off x="4037376" y="2245750"/>
                  <a:ext cx="64156" cy="122"/>
                </a:xfrm>
                <a:custGeom>
                  <a:rect b="b" l="l" r="r" t="t"/>
                  <a:pathLst>
                    <a:path extrusionOk="0" fill="none" h="1" w="528">
                      <a:moveTo>
                        <a:pt x="1" y="0"/>
                      </a:moveTo>
                      <a:lnTo>
                        <a:pt x="527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84" name="Google Shape;984;p2"/>
              <p:cNvGrpSpPr/>
              <p:nvPr/>
            </p:nvGrpSpPr>
            <p:grpSpPr>
              <a:xfrm>
                <a:off x="4031298" y="1694596"/>
                <a:ext cx="980795" cy="877163"/>
                <a:chOff x="4031298" y="1694596"/>
                <a:chExt cx="980795" cy="877163"/>
              </a:xfrm>
            </p:grpSpPr>
            <p:sp>
              <p:nvSpPr>
                <p:cNvPr id="985" name="Google Shape;985;p2"/>
                <p:cNvSpPr/>
                <p:nvPr/>
              </p:nvSpPr>
              <p:spPr>
                <a:xfrm flipH="1">
                  <a:off x="4923636" y="2483296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6" name="Google Shape;986;p2"/>
                <p:cNvSpPr/>
                <p:nvPr/>
              </p:nvSpPr>
              <p:spPr>
                <a:xfrm flipH="1">
                  <a:off x="4923636" y="1804195"/>
                  <a:ext cx="122" cy="633540"/>
                </a:xfrm>
                <a:custGeom>
                  <a:rect b="b" l="l" r="r" t="t"/>
                  <a:pathLst>
                    <a:path extrusionOk="0" fill="none" h="5214" w="1">
                      <a:moveTo>
                        <a:pt x="0" y="521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7" name="Google Shape;987;p2"/>
                <p:cNvSpPr/>
                <p:nvPr/>
              </p:nvSpPr>
              <p:spPr>
                <a:xfrm flipH="1">
                  <a:off x="4923636" y="1782810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8" name="Google Shape;988;p2"/>
                <p:cNvSpPr/>
                <p:nvPr/>
              </p:nvSpPr>
              <p:spPr>
                <a:xfrm flipH="1">
                  <a:off x="4244531" y="1782810"/>
                  <a:ext cx="633662" cy="122"/>
                </a:xfrm>
                <a:custGeom>
                  <a:rect b="b" l="l" r="r" t="t"/>
                  <a:pathLst>
                    <a:path extrusionOk="0" fill="none" h="1" w="5215">
                      <a:moveTo>
                        <a:pt x="1" y="1"/>
                      </a:moveTo>
                      <a:lnTo>
                        <a:pt x="5214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9" name="Google Shape;989;p2"/>
                <p:cNvSpPr/>
                <p:nvPr/>
              </p:nvSpPr>
              <p:spPr>
                <a:xfrm flipH="1">
                  <a:off x="4223272" y="1782810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0" name="Google Shape;990;p2"/>
                <p:cNvSpPr/>
                <p:nvPr/>
              </p:nvSpPr>
              <p:spPr>
                <a:xfrm flipH="1">
                  <a:off x="4223272" y="1825459"/>
                  <a:ext cx="122" cy="633540"/>
                </a:xfrm>
                <a:custGeom>
                  <a:rect b="b" l="l" r="r" t="t"/>
                  <a:pathLst>
                    <a:path extrusionOk="0" fill="none" h="5214" w="1">
                      <a:moveTo>
                        <a:pt x="0" y="1"/>
                      </a:moveTo>
                      <a:lnTo>
                        <a:pt x="0" y="5214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1" name="Google Shape;991;p2"/>
                <p:cNvSpPr/>
                <p:nvPr/>
              </p:nvSpPr>
              <p:spPr>
                <a:xfrm flipH="1">
                  <a:off x="4223272" y="2483296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2" name="Google Shape;992;p2"/>
                <p:cNvSpPr/>
                <p:nvPr/>
              </p:nvSpPr>
              <p:spPr>
                <a:xfrm flipH="1">
                  <a:off x="4265916" y="2483296"/>
                  <a:ext cx="633540" cy="122"/>
                </a:xfrm>
                <a:custGeom>
                  <a:rect b="b" l="l" r="r" t="t"/>
                  <a:pathLst>
                    <a:path extrusionOk="0" fill="none" h="1" w="5214">
                      <a:moveTo>
                        <a:pt x="5214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3" name="Google Shape;993;p2"/>
                <p:cNvSpPr/>
                <p:nvPr/>
              </p:nvSpPr>
              <p:spPr>
                <a:xfrm flipH="1">
                  <a:off x="4131893" y="1694596"/>
                  <a:ext cx="880200" cy="877163"/>
                </a:xfrm>
                <a:custGeom>
                  <a:rect b="b" l="l" r="r" t="t"/>
                  <a:pathLst>
                    <a:path extrusionOk="0" fill="none" h="7219" w="7244">
                      <a:moveTo>
                        <a:pt x="0" y="0"/>
                      </a:moveTo>
                      <a:lnTo>
                        <a:pt x="7243" y="0"/>
                      </a:lnTo>
                      <a:lnTo>
                        <a:pt x="7243" y="7218"/>
                      </a:lnTo>
                      <a:lnTo>
                        <a:pt x="0" y="7218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4" name="Google Shape;994;p2"/>
                <p:cNvSpPr/>
                <p:nvPr/>
              </p:nvSpPr>
              <p:spPr>
                <a:xfrm flipH="1">
                  <a:off x="4031298" y="1913794"/>
                  <a:ext cx="100608" cy="122"/>
                </a:xfrm>
                <a:custGeom>
                  <a:rect b="b" l="l" r="r" t="t"/>
                  <a:pathLst>
                    <a:path extrusionOk="0" fill="none" h="1" w="828">
                      <a:moveTo>
                        <a:pt x="1" y="1"/>
                      </a:moveTo>
                      <a:lnTo>
                        <a:pt x="828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5" name="Google Shape;995;p2"/>
                <p:cNvSpPr/>
                <p:nvPr/>
              </p:nvSpPr>
              <p:spPr>
                <a:xfrm flipH="1">
                  <a:off x="4055587" y="2005167"/>
                  <a:ext cx="76307" cy="122"/>
                </a:xfrm>
                <a:custGeom>
                  <a:rect b="b" l="l" r="r" t="t"/>
                  <a:pathLst>
                    <a:path extrusionOk="0" fill="none" h="1" w="628">
                      <a:moveTo>
                        <a:pt x="1" y="1"/>
                      </a:moveTo>
                      <a:lnTo>
                        <a:pt x="627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6" name="Google Shape;996;p2"/>
                <p:cNvSpPr/>
                <p:nvPr/>
              </p:nvSpPr>
              <p:spPr>
                <a:xfrm flipH="1">
                  <a:off x="4064613" y="2245750"/>
                  <a:ext cx="64156" cy="122"/>
                </a:xfrm>
                <a:custGeom>
                  <a:rect b="b" l="l" r="r" t="t"/>
                  <a:pathLst>
                    <a:path extrusionOk="0" fill="none" h="1" w="528">
                      <a:moveTo>
                        <a:pt x="1" y="0"/>
                      </a:moveTo>
                      <a:lnTo>
                        <a:pt x="527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997" name="Google Shape;997;p2"/>
          <p:cNvSpPr txBox="1"/>
          <p:nvPr/>
        </p:nvSpPr>
        <p:spPr>
          <a:xfrm>
            <a:off x="1080825" y="3692399"/>
            <a:ext cx="6681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03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grpSp>
        <p:nvGrpSpPr>
          <p:cNvPr id="998" name="Google Shape;998;p2"/>
          <p:cNvGrpSpPr/>
          <p:nvPr/>
        </p:nvGrpSpPr>
        <p:grpSpPr>
          <a:xfrm>
            <a:off x="7400957" y="1751147"/>
            <a:ext cx="669602" cy="830216"/>
            <a:chOff x="986307" y="1526200"/>
            <a:chExt cx="669603" cy="830216"/>
          </a:xfrm>
        </p:grpSpPr>
        <p:sp>
          <p:nvSpPr>
            <p:cNvPr id="999" name="Google Shape;999;p2"/>
            <p:cNvSpPr/>
            <p:nvPr/>
          </p:nvSpPr>
          <p:spPr>
            <a:xfrm>
              <a:off x="986307" y="1603875"/>
              <a:ext cx="668100" cy="668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00" name="Google Shape;1000;p2"/>
            <p:cNvGrpSpPr/>
            <p:nvPr/>
          </p:nvGrpSpPr>
          <p:grpSpPr>
            <a:xfrm rot="5400000">
              <a:off x="906690" y="1607196"/>
              <a:ext cx="830216" cy="668223"/>
              <a:chOff x="4031298" y="1694596"/>
              <a:chExt cx="1089808" cy="877163"/>
            </a:xfrm>
          </p:grpSpPr>
          <p:grpSp>
            <p:nvGrpSpPr>
              <p:cNvPr id="1001" name="Google Shape;1001;p2"/>
              <p:cNvGrpSpPr/>
              <p:nvPr/>
            </p:nvGrpSpPr>
            <p:grpSpPr>
              <a:xfrm>
                <a:off x="5012112" y="1913794"/>
                <a:ext cx="108994" cy="332078"/>
                <a:chOff x="4031312" y="1913794"/>
                <a:chExt cx="108994" cy="332078"/>
              </a:xfrm>
            </p:grpSpPr>
            <p:sp>
              <p:nvSpPr>
                <p:cNvPr id="1002" name="Google Shape;1002;p2"/>
                <p:cNvSpPr/>
                <p:nvPr/>
              </p:nvSpPr>
              <p:spPr>
                <a:xfrm flipH="1">
                  <a:off x="4039698" y="1913794"/>
                  <a:ext cx="100608" cy="122"/>
                </a:xfrm>
                <a:custGeom>
                  <a:rect b="b" l="l" r="r" t="t"/>
                  <a:pathLst>
                    <a:path extrusionOk="0" fill="none" h="1" w="828">
                      <a:moveTo>
                        <a:pt x="1" y="1"/>
                      </a:moveTo>
                      <a:lnTo>
                        <a:pt x="828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3" name="Google Shape;1003;p2"/>
                <p:cNvSpPr/>
                <p:nvPr/>
              </p:nvSpPr>
              <p:spPr>
                <a:xfrm flipH="1">
                  <a:off x="4031312" y="2005167"/>
                  <a:ext cx="76307" cy="122"/>
                </a:xfrm>
                <a:custGeom>
                  <a:rect b="b" l="l" r="r" t="t"/>
                  <a:pathLst>
                    <a:path extrusionOk="0" fill="none" h="1" w="628">
                      <a:moveTo>
                        <a:pt x="1" y="1"/>
                      </a:moveTo>
                      <a:lnTo>
                        <a:pt x="627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4" name="Google Shape;1004;p2"/>
                <p:cNvSpPr/>
                <p:nvPr/>
              </p:nvSpPr>
              <p:spPr>
                <a:xfrm flipH="1">
                  <a:off x="4037376" y="2245750"/>
                  <a:ext cx="64156" cy="122"/>
                </a:xfrm>
                <a:custGeom>
                  <a:rect b="b" l="l" r="r" t="t"/>
                  <a:pathLst>
                    <a:path extrusionOk="0" fill="none" h="1" w="528">
                      <a:moveTo>
                        <a:pt x="1" y="0"/>
                      </a:moveTo>
                      <a:lnTo>
                        <a:pt x="527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5" name="Google Shape;1005;p2"/>
              <p:cNvGrpSpPr/>
              <p:nvPr/>
            </p:nvGrpSpPr>
            <p:grpSpPr>
              <a:xfrm>
                <a:off x="4031298" y="1694596"/>
                <a:ext cx="980795" cy="877163"/>
                <a:chOff x="4031298" y="1694596"/>
                <a:chExt cx="980795" cy="877163"/>
              </a:xfrm>
            </p:grpSpPr>
            <p:sp>
              <p:nvSpPr>
                <p:cNvPr id="1006" name="Google Shape;1006;p2"/>
                <p:cNvSpPr/>
                <p:nvPr/>
              </p:nvSpPr>
              <p:spPr>
                <a:xfrm flipH="1">
                  <a:off x="4923636" y="2483296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7" name="Google Shape;1007;p2"/>
                <p:cNvSpPr/>
                <p:nvPr/>
              </p:nvSpPr>
              <p:spPr>
                <a:xfrm flipH="1">
                  <a:off x="4923636" y="1804195"/>
                  <a:ext cx="122" cy="633540"/>
                </a:xfrm>
                <a:custGeom>
                  <a:rect b="b" l="l" r="r" t="t"/>
                  <a:pathLst>
                    <a:path extrusionOk="0" fill="none" h="5214" w="1">
                      <a:moveTo>
                        <a:pt x="0" y="521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8" name="Google Shape;1008;p2"/>
                <p:cNvSpPr/>
                <p:nvPr/>
              </p:nvSpPr>
              <p:spPr>
                <a:xfrm flipH="1">
                  <a:off x="4923636" y="1782810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9" name="Google Shape;1009;p2"/>
                <p:cNvSpPr/>
                <p:nvPr/>
              </p:nvSpPr>
              <p:spPr>
                <a:xfrm flipH="1">
                  <a:off x="4244531" y="1782810"/>
                  <a:ext cx="633662" cy="122"/>
                </a:xfrm>
                <a:custGeom>
                  <a:rect b="b" l="l" r="r" t="t"/>
                  <a:pathLst>
                    <a:path extrusionOk="0" fill="none" h="1" w="5215">
                      <a:moveTo>
                        <a:pt x="1" y="1"/>
                      </a:moveTo>
                      <a:lnTo>
                        <a:pt x="5214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0" name="Google Shape;1010;p2"/>
                <p:cNvSpPr/>
                <p:nvPr/>
              </p:nvSpPr>
              <p:spPr>
                <a:xfrm flipH="1">
                  <a:off x="4223272" y="1782810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1" name="Google Shape;1011;p2"/>
                <p:cNvSpPr/>
                <p:nvPr/>
              </p:nvSpPr>
              <p:spPr>
                <a:xfrm flipH="1">
                  <a:off x="4223272" y="1825459"/>
                  <a:ext cx="122" cy="633540"/>
                </a:xfrm>
                <a:custGeom>
                  <a:rect b="b" l="l" r="r" t="t"/>
                  <a:pathLst>
                    <a:path extrusionOk="0" fill="none" h="5214" w="1">
                      <a:moveTo>
                        <a:pt x="0" y="1"/>
                      </a:moveTo>
                      <a:lnTo>
                        <a:pt x="0" y="5214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2" name="Google Shape;1012;p2"/>
                <p:cNvSpPr/>
                <p:nvPr/>
              </p:nvSpPr>
              <p:spPr>
                <a:xfrm flipH="1">
                  <a:off x="4223272" y="2483296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3" name="Google Shape;1013;p2"/>
                <p:cNvSpPr/>
                <p:nvPr/>
              </p:nvSpPr>
              <p:spPr>
                <a:xfrm flipH="1">
                  <a:off x="4265916" y="2483296"/>
                  <a:ext cx="633540" cy="122"/>
                </a:xfrm>
                <a:custGeom>
                  <a:rect b="b" l="l" r="r" t="t"/>
                  <a:pathLst>
                    <a:path extrusionOk="0" fill="none" h="1" w="5214">
                      <a:moveTo>
                        <a:pt x="5214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4" name="Google Shape;1014;p2"/>
                <p:cNvSpPr/>
                <p:nvPr/>
              </p:nvSpPr>
              <p:spPr>
                <a:xfrm flipH="1">
                  <a:off x="4131893" y="1694596"/>
                  <a:ext cx="880200" cy="877163"/>
                </a:xfrm>
                <a:custGeom>
                  <a:rect b="b" l="l" r="r" t="t"/>
                  <a:pathLst>
                    <a:path extrusionOk="0" fill="none" h="7219" w="7244">
                      <a:moveTo>
                        <a:pt x="0" y="0"/>
                      </a:moveTo>
                      <a:lnTo>
                        <a:pt x="7243" y="0"/>
                      </a:lnTo>
                      <a:lnTo>
                        <a:pt x="7243" y="7218"/>
                      </a:lnTo>
                      <a:lnTo>
                        <a:pt x="0" y="7218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5" name="Google Shape;1015;p2"/>
                <p:cNvSpPr/>
                <p:nvPr/>
              </p:nvSpPr>
              <p:spPr>
                <a:xfrm flipH="1">
                  <a:off x="4031298" y="1913794"/>
                  <a:ext cx="100608" cy="122"/>
                </a:xfrm>
                <a:custGeom>
                  <a:rect b="b" l="l" r="r" t="t"/>
                  <a:pathLst>
                    <a:path extrusionOk="0" fill="none" h="1" w="828">
                      <a:moveTo>
                        <a:pt x="1" y="1"/>
                      </a:moveTo>
                      <a:lnTo>
                        <a:pt x="828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6" name="Google Shape;1016;p2"/>
                <p:cNvSpPr/>
                <p:nvPr/>
              </p:nvSpPr>
              <p:spPr>
                <a:xfrm flipH="1">
                  <a:off x="4055587" y="2005167"/>
                  <a:ext cx="76307" cy="122"/>
                </a:xfrm>
                <a:custGeom>
                  <a:rect b="b" l="l" r="r" t="t"/>
                  <a:pathLst>
                    <a:path extrusionOk="0" fill="none" h="1" w="628">
                      <a:moveTo>
                        <a:pt x="1" y="1"/>
                      </a:moveTo>
                      <a:lnTo>
                        <a:pt x="627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7" name="Google Shape;1017;p2"/>
                <p:cNvSpPr/>
                <p:nvPr/>
              </p:nvSpPr>
              <p:spPr>
                <a:xfrm flipH="1">
                  <a:off x="4064613" y="2245750"/>
                  <a:ext cx="64156" cy="122"/>
                </a:xfrm>
                <a:custGeom>
                  <a:rect b="b" l="l" r="r" t="t"/>
                  <a:pathLst>
                    <a:path extrusionOk="0" fill="none" h="1" w="528">
                      <a:moveTo>
                        <a:pt x="1" y="0"/>
                      </a:moveTo>
                      <a:lnTo>
                        <a:pt x="527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018" name="Google Shape;1018;p2"/>
          <p:cNvGrpSpPr/>
          <p:nvPr/>
        </p:nvGrpSpPr>
        <p:grpSpPr>
          <a:xfrm>
            <a:off x="7400957" y="2665860"/>
            <a:ext cx="669602" cy="830216"/>
            <a:chOff x="986307" y="1526200"/>
            <a:chExt cx="669603" cy="830216"/>
          </a:xfrm>
        </p:grpSpPr>
        <p:sp>
          <p:nvSpPr>
            <p:cNvPr id="1019" name="Google Shape;1019;p2"/>
            <p:cNvSpPr/>
            <p:nvPr/>
          </p:nvSpPr>
          <p:spPr>
            <a:xfrm>
              <a:off x="986307" y="1603875"/>
              <a:ext cx="668100" cy="668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0" name="Google Shape;1020;p2"/>
            <p:cNvGrpSpPr/>
            <p:nvPr/>
          </p:nvGrpSpPr>
          <p:grpSpPr>
            <a:xfrm rot="5400000">
              <a:off x="906690" y="1607196"/>
              <a:ext cx="830216" cy="668223"/>
              <a:chOff x="4031298" y="1694596"/>
              <a:chExt cx="1089808" cy="877163"/>
            </a:xfrm>
          </p:grpSpPr>
          <p:grpSp>
            <p:nvGrpSpPr>
              <p:cNvPr id="1021" name="Google Shape;1021;p2"/>
              <p:cNvGrpSpPr/>
              <p:nvPr/>
            </p:nvGrpSpPr>
            <p:grpSpPr>
              <a:xfrm>
                <a:off x="5012112" y="1913794"/>
                <a:ext cx="108994" cy="332078"/>
                <a:chOff x="4031312" y="1913794"/>
                <a:chExt cx="108994" cy="332078"/>
              </a:xfrm>
            </p:grpSpPr>
            <p:sp>
              <p:nvSpPr>
                <p:cNvPr id="1022" name="Google Shape;1022;p2"/>
                <p:cNvSpPr/>
                <p:nvPr/>
              </p:nvSpPr>
              <p:spPr>
                <a:xfrm flipH="1">
                  <a:off x="4039698" y="1913794"/>
                  <a:ext cx="100608" cy="122"/>
                </a:xfrm>
                <a:custGeom>
                  <a:rect b="b" l="l" r="r" t="t"/>
                  <a:pathLst>
                    <a:path extrusionOk="0" fill="none" h="1" w="828">
                      <a:moveTo>
                        <a:pt x="1" y="1"/>
                      </a:moveTo>
                      <a:lnTo>
                        <a:pt x="828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3" name="Google Shape;1023;p2"/>
                <p:cNvSpPr/>
                <p:nvPr/>
              </p:nvSpPr>
              <p:spPr>
                <a:xfrm flipH="1">
                  <a:off x="4031312" y="2005167"/>
                  <a:ext cx="76307" cy="122"/>
                </a:xfrm>
                <a:custGeom>
                  <a:rect b="b" l="l" r="r" t="t"/>
                  <a:pathLst>
                    <a:path extrusionOk="0" fill="none" h="1" w="628">
                      <a:moveTo>
                        <a:pt x="1" y="1"/>
                      </a:moveTo>
                      <a:lnTo>
                        <a:pt x="627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4" name="Google Shape;1024;p2"/>
                <p:cNvSpPr/>
                <p:nvPr/>
              </p:nvSpPr>
              <p:spPr>
                <a:xfrm flipH="1">
                  <a:off x="4037376" y="2245750"/>
                  <a:ext cx="64156" cy="122"/>
                </a:xfrm>
                <a:custGeom>
                  <a:rect b="b" l="l" r="r" t="t"/>
                  <a:pathLst>
                    <a:path extrusionOk="0" fill="none" h="1" w="528">
                      <a:moveTo>
                        <a:pt x="1" y="0"/>
                      </a:moveTo>
                      <a:lnTo>
                        <a:pt x="527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25" name="Google Shape;1025;p2"/>
              <p:cNvGrpSpPr/>
              <p:nvPr/>
            </p:nvGrpSpPr>
            <p:grpSpPr>
              <a:xfrm>
                <a:off x="4031298" y="1694596"/>
                <a:ext cx="980795" cy="877163"/>
                <a:chOff x="4031298" y="1694596"/>
                <a:chExt cx="980795" cy="877163"/>
              </a:xfrm>
            </p:grpSpPr>
            <p:sp>
              <p:nvSpPr>
                <p:cNvPr id="1026" name="Google Shape;1026;p2"/>
                <p:cNvSpPr/>
                <p:nvPr/>
              </p:nvSpPr>
              <p:spPr>
                <a:xfrm flipH="1">
                  <a:off x="4923636" y="2483296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7" name="Google Shape;1027;p2"/>
                <p:cNvSpPr/>
                <p:nvPr/>
              </p:nvSpPr>
              <p:spPr>
                <a:xfrm flipH="1">
                  <a:off x="4923636" y="1804195"/>
                  <a:ext cx="122" cy="633540"/>
                </a:xfrm>
                <a:custGeom>
                  <a:rect b="b" l="l" r="r" t="t"/>
                  <a:pathLst>
                    <a:path extrusionOk="0" fill="none" h="5214" w="1">
                      <a:moveTo>
                        <a:pt x="0" y="521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8" name="Google Shape;1028;p2"/>
                <p:cNvSpPr/>
                <p:nvPr/>
              </p:nvSpPr>
              <p:spPr>
                <a:xfrm flipH="1">
                  <a:off x="4923636" y="1782810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9" name="Google Shape;1029;p2"/>
                <p:cNvSpPr/>
                <p:nvPr/>
              </p:nvSpPr>
              <p:spPr>
                <a:xfrm flipH="1">
                  <a:off x="4244531" y="1782810"/>
                  <a:ext cx="633662" cy="122"/>
                </a:xfrm>
                <a:custGeom>
                  <a:rect b="b" l="l" r="r" t="t"/>
                  <a:pathLst>
                    <a:path extrusionOk="0" fill="none" h="1" w="5215">
                      <a:moveTo>
                        <a:pt x="1" y="1"/>
                      </a:moveTo>
                      <a:lnTo>
                        <a:pt x="5214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0" name="Google Shape;1030;p2"/>
                <p:cNvSpPr/>
                <p:nvPr/>
              </p:nvSpPr>
              <p:spPr>
                <a:xfrm flipH="1">
                  <a:off x="4223272" y="1782810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1" name="Google Shape;1031;p2"/>
                <p:cNvSpPr/>
                <p:nvPr/>
              </p:nvSpPr>
              <p:spPr>
                <a:xfrm flipH="1">
                  <a:off x="4223272" y="1825459"/>
                  <a:ext cx="122" cy="633540"/>
                </a:xfrm>
                <a:custGeom>
                  <a:rect b="b" l="l" r="r" t="t"/>
                  <a:pathLst>
                    <a:path extrusionOk="0" fill="none" h="5214" w="1">
                      <a:moveTo>
                        <a:pt x="0" y="1"/>
                      </a:moveTo>
                      <a:lnTo>
                        <a:pt x="0" y="5214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2" name="Google Shape;1032;p2"/>
                <p:cNvSpPr/>
                <p:nvPr/>
              </p:nvSpPr>
              <p:spPr>
                <a:xfrm flipH="1">
                  <a:off x="4223272" y="2483296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3" name="Google Shape;1033;p2"/>
                <p:cNvSpPr/>
                <p:nvPr/>
              </p:nvSpPr>
              <p:spPr>
                <a:xfrm flipH="1">
                  <a:off x="4265916" y="2483296"/>
                  <a:ext cx="633540" cy="122"/>
                </a:xfrm>
                <a:custGeom>
                  <a:rect b="b" l="l" r="r" t="t"/>
                  <a:pathLst>
                    <a:path extrusionOk="0" fill="none" h="1" w="5214">
                      <a:moveTo>
                        <a:pt x="5214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4" name="Google Shape;1034;p2"/>
                <p:cNvSpPr/>
                <p:nvPr/>
              </p:nvSpPr>
              <p:spPr>
                <a:xfrm flipH="1">
                  <a:off x="4131893" y="1694596"/>
                  <a:ext cx="880200" cy="877163"/>
                </a:xfrm>
                <a:custGeom>
                  <a:rect b="b" l="l" r="r" t="t"/>
                  <a:pathLst>
                    <a:path extrusionOk="0" fill="none" h="7219" w="7244">
                      <a:moveTo>
                        <a:pt x="0" y="0"/>
                      </a:moveTo>
                      <a:lnTo>
                        <a:pt x="7243" y="0"/>
                      </a:lnTo>
                      <a:lnTo>
                        <a:pt x="7243" y="7218"/>
                      </a:lnTo>
                      <a:lnTo>
                        <a:pt x="0" y="7218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5" name="Google Shape;1035;p2"/>
                <p:cNvSpPr/>
                <p:nvPr/>
              </p:nvSpPr>
              <p:spPr>
                <a:xfrm flipH="1">
                  <a:off x="4031298" y="1913794"/>
                  <a:ext cx="100608" cy="122"/>
                </a:xfrm>
                <a:custGeom>
                  <a:rect b="b" l="l" r="r" t="t"/>
                  <a:pathLst>
                    <a:path extrusionOk="0" fill="none" h="1" w="828">
                      <a:moveTo>
                        <a:pt x="1" y="1"/>
                      </a:moveTo>
                      <a:lnTo>
                        <a:pt x="828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6" name="Google Shape;1036;p2"/>
                <p:cNvSpPr/>
                <p:nvPr/>
              </p:nvSpPr>
              <p:spPr>
                <a:xfrm flipH="1">
                  <a:off x="4055587" y="2005167"/>
                  <a:ext cx="76307" cy="122"/>
                </a:xfrm>
                <a:custGeom>
                  <a:rect b="b" l="l" r="r" t="t"/>
                  <a:pathLst>
                    <a:path extrusionOk="0" fill="none" h="1" w="628">
                      <a:moveTo>
                        <a:pt x="1" y="1"/>
                      </a:moveTo>
                      <a:lnTo>
                        <a:pt x="627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7" name="Google Shape;1037;p2"/>
                <p:cNvSpPr/>
                <p:nvPr/>
              </p:nvSpPr>
              <p:spPr>
                <a:xfrm flipH="1">
                  <a:off x="4064613" y="2245750"/>
                  <a:ext cx="64156" cy="122"/>
                </a:xfrm>
                <a:custGeom>
                  <a:rect b="b" l="l" r="r" t="t"/>
                  <a:pathLst>
                    <a:path extrusionOk="0" fill="none" h="1" w="528">
                      <a:moveTo>
                        <a:pt x="1" y="0"/>
                      </a:moveTo>
                      <a:lnTo>
                        <a:pt x="527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038" name="Google Shape;1038;p2"/>
          <p:cNvSpPr txBox="1"/>
          <p:nvPr/>
        </p:nvSpPr>
        <p:spPr>
          <a:xfrm>
            <a:off x="7401676" y="1862925"/>
            <a:ext cx="6690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04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39" name="Google Shape;1039;p2"/>
          <p:cNvSpPr txBox="1"/>
          <p:nvPr/>
        </p:nvSpPr>
        <p:spPr>
          <a:xfrm>
            <a:off x="7400226" y="2777649"/>
            <a:ext cx="6690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05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grpSp>
        <p:nvGrpSpPr>
          <p:cNvPr id="1040" name="Google Shape;1040;p2"/>
          <p:cNvGrpSpPr/>
          <p:nvPr/>
        </p:nvGrpSpPr>
        <p:grpSpPr>
          <a:xfrm>
            <a:off x="7400957" y="3580560"/>
            <a:ext cx="669602" cy="830216"/>
            <a:chOff x="986307" y="1526200"/>
            <a:chExt cx="669603" cy="830216"/>
          </a:xfrm>
        </p:grpSpPr>
        <p:sp>
          <p:nvSpPr>
            <p:cNvPr id="1041" name="Google Shape;1041;p2"/>
            <p:cNvSpPr/>
            <p:nvPr/>
          </p:nvSpPr>
          <p:spPr>
            <a:xfrm>
              <a:off x="986307" y="1603875"/>
              <a:ext cx="668100" cy="668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2" name="Google Shape;1042;p2"/>
            <p:cNvGrpSpPr/>
            <p:nvPr/>
          </p:nvGrpSpPr>
          <p:grpSpPr>
            <a:xfrm rot="5400000">
              <a:off x="906690" y="1607196"/>
              <a:ext cx="830216" cy="668223"/>
              <a:chOff x="4031298" y="1694596"/>
              <a:chExt cx="1089808" cy="877163"/>
            </a:xfrm>
          </p:grpSpPr>
          <p:grpSp>
            <p:nvGrpSpPr>
              <p:cNvPr id="1043" name="Google Shape;1043;p2"/>
              <p:cNvGrpSpPr/>
              <p:nvPr/>
            </p:nvGrpSpPr>
            <p:grpSpPr>
              <a:xfrm>
                <a:off x="5012112" y="1913794"/>
                <a:ext cx="108994" cy="332078"/>
                <a:chOff x="4031312" y="1913794"/>
                <a:chExt cx="108994" cy="332078"/>
              </a:xfrm>
            </p:grpSpPr>
            <p:sp>
              <p:nvSpPr>
                <p:cNvPr id="1044" name="Google Shape;1044;p2"/>
                <p:cNvSpPr/>
                <p:nvPr/>
              </p:nvSpPr>
              <p:spPr>
                <a:xfrm flipH="1">
                  <a:off x="4039698" y="1913794"/>
                  <a:ext cx="100608" cy="122"/>
                </a:xfrm>
                <a:custGeom>
                  <a:rect b="b" l="l" r="r" t="t"/>
                  <a:pathLst>
                    <a:path extrusionOk="0" fill="none" h="1" w="828">
                      <a:moveTo>
                        <a:pt x="1" y="1"/>
                      </a:moveTo>
                      <a:lnTo>
                        <a:pt x="828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5" name="Google Shape;1045;p2"/>
                <p:cNvSpPr/>
                <p:nvPr/>
              </p:nvSpPr>
              <p:spPr>
                <a:xfrm flipH="1">
                  <a:off x="4031312" y="2005167"/>
                  <a:ext cx="76307" cy="122"/>
                </a:xfrm>
                <a:custGeom>
                  <a:rect b="b" l="l" r="r" t="t"/>
                  <a:pathLst>
                    <a:path extrusionOk="0" fill="none" h="1" w="628">
                      <a:moveTo>
                        <a:pt x="1" y="1"/>
                      </a:moveTo>
                      <a:lnTo>
                        <a:pt x="627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6" name="Google Shape;1046;p2"/>
                <p:cNvSpPr/>
                <p:nvPr/>
              </p:nvSpPr>
              <p:spPr>
                <a:xfrm flipH="1">
                  <a:off x="4037376" y="2245750"/>
                  <a:ext cx="64156" cy="122"/>
                </a:xfrm>
                <a:custGeom>
                  <a:rect b="b" l="l" r="r" t="t"/>
                  <a:pathLst>
                    <a:path extrusionOk="0" fill="none" h="1" w="528">
                      <a:moveTo>
                        <a:pt x="1" y="0"/>
                      </a:moveTo>
                      <a:lnTo>
                        <a:pt x="527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47" name="Google Shape;1047;p2"/>
              <p:cNvGrpSpPr/>
              <p:nvPr/>
            </p:nvGrpSpPr>
            <p:grpSpPr>
              <a:xfrm>
                <a:off x="4031298" y="1694596"/>
                <a:ext cx="980795" cy="877163"/>
                <a:chOff x="4031298" y="1694596"/>
                <a:chExt cx="980795" cy="877163"/>
              </a:xfrm>
            </p:grpSpPr>
            <p:sp>
              <p:nvSpPr>
                <p:cNvPr id="1048" name="Google Shape;1048;p2"/>
                <p:cNvSpPr/>
                <p:nvPr/>
              </p:nvSpPr>
              <p:spPr>
                <a:xfrm flipH="1">
                  <a:off x="4923636" y="2483296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9" name="Google Shape;1049;p2"/>
                <p:cNvSpPr/>
                <p:nvPr/>
              </p:nvSpPr>
              <p:spPr>
                <a:xfrm flipH="1">
                  <a:off x="4923636" y="1804195"/>
                  <a:ext cx="122" cy="633540"/>
                </a:xfrm>
                <a:custGeom>
                  <a:rect b="b" l="l" r="r" t="t"/>
                  <a:pathLst>
                    <a:path extrusionOk="0" fill="none" h="5214" w="1">
                      <a:moveTo>
                        <a:pt x="0" y="521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0" name="Google Shape;1050;p2"/>
                <p:cNvSpPr/>
                <p:nvPr/>
              </p:nvSpPr>
              <p:spPr>
                <a:xfrm flipH="1">
                  <a:off x="4923636" y="1782810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1" name="Google Shape;1051;p2"/>
                <p:cNvSpPr/>
                <p:nvPr/>
              </p:nvSpPr>
              <p:spPr>
                <a:xfrm flipH="1">
                  <a:off x="4244531" y="1782810"/>
                  <a:ext cx="633662" cy="122"/>
                </a:xfrm>
                <a:custGeom>
                  <a:rect b="b" l="l" r="r" t="t"/>
                  <a:pathLst>
                    <a:path extrusionOk="0" fill="none" h="1" w="5215">
                      <a:moveTo>
                        <a:pt x="1" y="1"/>
                      </a:moveTo>
                      <a:lnTo>
                        <a:pt x="5214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2" name="Google Shape;1052;p2"/>
                <p:cNvSpPr/>
                <p:nvPr/>
              </p:nvSpPr>
              <p:spPr>
                <a:xfrm flipH="1">
                  <a:off x="4223272" y="1782810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3" name="Google Shape;1053;p2"/>
                <p:cNvSpPr/>
                <p:nvPr/>
              </p:nvSpPr>
              <p:spPr>
                <a:xfrm flipH="1">
                  <a:off x="4223272" y="1825459"/>
                  <a:ext cx="122" cy="633540"/>
                </a:xfrm>
                <a:custGeom>
                  <a:rect b="b" l="l" r="r" t="t"/>
                  <a:pathLst>
                    <a:path extrusionOk="0" fill="none" h="5214" w="1">
                      <a:moveTo>
                        <a:pt x="0" y="1"/>
                      </a:moveTo>
                      <a:lnTo>
                        <a:pt x="0" y="5214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4" name="Google Shape;1054;p2"/>
                <p:cNvSpPr/>
                <p:nvPr/>
              </p:nvSpPr>
              <p:spPr>
                <a:xfrm flipH="1">
                  <a:off x="4223272" y="2483296"/>
                  <a:ext cx="122" cy="122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5" name="Google Shape;1055;p2"/>
                <p:cNvSpPr/>
                <p:nvPr/>
              </p:nvSpPr>
              <p:spPr>
                <a:xfrm flipH="1">
                  <a:off x="4265916" y="2483296"/>
                  <a:ext cx="633540" cy="122"/>
                </a:xfrm>
                <a:custGeom>
                  <a:rect b="b" l="l" r="r" t="t"/>
                  <a:pathLst>
                    <a:path extrusionOk="0" fill="none" h="1" w="5214">
                      <a:moveTo>
                        <a:pt x="5214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6" name="Google Shape;1056;p2"/>
                <p:cNvSpPr/>
                <p:nvPr/>
              </p:nvSpPr>
              <p:spPr>
                <a:xfrm flipH="1">
                  <a:off x="4131893" y="1694596"/>
                  <a:ext cx="880200" cy="877163"/>
                </a:xfrm>
                <a:custGeom>
                  <a:rect b="b" l="l" r="r" t="t"/>
                  <a:pathLst>
                    <a:path extrusionOk="0" fill="none" h="7219" w="7244">
                      <a:moveTo>
                        <a:pt x="0" y="0"/>
                      </a:moveTo>
                      <a:lnTo>
                        <a:pt x="7243" y="0"/>
                      </a:lnTo>
                      <a:lnTo>
                        <a:pt x="7243" y="7218"/>
                      </a:lnTo>
                      <a:lnTo>
                        <a:pt x="0" y="7218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7" name="Google Shape;1057;p2"/>
                <p:cNvSpPr/>
                <p:nvPr/>
              </p:nvSpPr>
              <p:spPr>
                <a:xfrm flipH="1">
                  <a:off x="4031298" y="1913794"/>
                  <a:ext cx="100608" cy="122"/>
                </a:xfrm>
                <a:custGeom>
                  <a:rect b="b" l="l" r="r" t="t"/>
                  <a:pathLst>
                    <a:path extrusionOk="0" fill="none" h="1" w="828">
                      <a:moveTo>
                        <a:pt x="1" y="1"/>
                      </a:moveTo>
                      <a:lnTo>
                        <a:pt x="828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8" name="Google Shape;1058;p2"/>
                <p:cNvSpPr/>
                <p:nvPr/>
              </p:nvSpPr>
              <p:spPr>
                <a:xfrm flipH="1">
                  <a:off x="4055587" y="2005167"/>
                  <a:ext cx="76307" cy="122"/>
                </a:xfrm>
                <a:custGeom>
                  <a:rect b="b" l="l" r="r" t="t"/>
                  <a:pathLst>
                    <a:path extrusionOk="0" fill="none" h="1" w="628">
                      <a:moveTo>
                        <a:pt x="1" y="1"/>
                      </a:moveTo>
                      <a:lnTo>
                        <a:pt x="627" y="1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9" name="Google Shape;1059;p2"/>
                <p:cNvSpPr/>
                <p:nvPr/>
              </p:nvSpPr>
              <p:spPr>
                <a:xfrm flipH="1">
                  <a:off x="4064613" y="2245750"/>
                  <a:ext cx="64156" cy="122"/>
                </a:xfrm>
                <a:custGeom>
                  <a:rect b="b" l="l" r="r" t="t"/>
                  <a:pathLst>
                    <a:path extrusionOk="0" fill="none" h="1" w="528">
                      <a:moveTo>
                        <a:pt x="1" y="0"/>
                      </a:moveTo>
                      <a:lnTo>
                        <a:pt x="527" y="0"/>
                      </a:lnTo>
                    </a:path>
                  </a:pathLst>
                </a:custGeom>
                <a:noFill/>
                <a:ln cap="rnd" cmpd="sng" w="9525">
                  <a:solidFill>
                    <a:srgbClr val="00F4A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060" name="Google Shape;1060;p2"/>
          <p:cNvSpPr txBox="1"/>
          <p:nvPr/>
        </p:nvSpPr>
        <p:spPr>
          <a:xfrm>
            <a:off x="7401701" y="3692399"/>
            <a:ext cx="6690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06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3"/>
          <p:cNvSpPr/>
          <p:nvPr/>
        </p:nvSpPr>
        <p:spPr>
          <a:xfrm flipH="1" rot="-5400000">
            <a:off x="2352875" y="2060063"/>
            <a:ext cx="940800" cy="8145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3"/>
          <p:cNvSpPr/>
          <p:nvPr/>
        </p:nvSpPr>
        <p:spPr>
          <a:xfrm flipH="1" rot="-5400000">
            <a:off x="2817837" y="2886588"/>
            <a:ext cx="940800" cy="8145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3"/>
          <p:cNvSpPr/>
          <p:nvPr/>
        </p:nvSpPr>
        <p:spPr>
          <a:xfrm flipH="1" rot="-5400000">
            <a:off x="2352887" y="3712313"/>
            <a:ext cx="940800" cy="8145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3"/>
          <p:cNvSpPr/>
          <p:nvPr/>
        </p:nvSpPr>
        <p:spPr>
          <a:xfrm flipH="1" rot="-5400000">
            <a:off x="5850675" y="2056151"/>
            <a:ext cx="940800" cy="8145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3"/>
          <p:cNvSpPr/>
          <p:nvPr/>
        </p:nvSpPr>
        <p:spPr>
          <a:xfrm flipH="1" rot="-5400000">
            <a:off x="5381875" y="1227702"/>
            <a:ext cx="940800" cy="8145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3"/>
          <p:cNvSpPr/>
          <p:nvPr/>
        </p:nvSpPr>
        <p:spPr>
          <a:xfrm flipH="1" rot="-5400000">
            <a:off x="5384975" y="2882752"/>
            <a:ext cx="940800" cy="8145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3"/>
          <p:cNvSpPr/>
          <p:nvPr/>
        </p:nvSpPr>
        <p:spPr>
          <a:xfrm flipH="1" rot="-5400000">
            <a:off x="5850675" y="3708452"/>
            <a:ext cx="940800" cy="8145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3"/>
          <p:cNvSpPr/>
          <p:nvPr/>
        </p:nvSpPr>
        <p:spPr>
          <a:xfrm flipH="1" rot="-5400000">
            <a:off x="2764824" y="1181755"/>
            <a:ext cx="1060200" cy="918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3"/>
          <p:cNvSpPr/>
          <p:nvPr/>
        </p:nvSpPr>
        <p:spPr>
          <a:xfrm flipH="1" rot="-5400000">
            <a:off x="2824475" y="1233526"/>
            <a:ext cx="940800" cy="8145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3"/>
          <p:cNvSpPr txBox="1"/>
          <p:nvPr>
            <p:ph type="title"/>
          </p:nvPr>
        </p:nvSpPr>
        <p:spPr>
          <a:xfrm>
            <a:off x="720000" y="461875"/>
            <a:ext cx="77040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700"/>
              <a:t>Προεπεξεργασία &amp; Εξαγωγή </a:t>
            </a:r>
            <a:endParaRPr sz="2700"/>
          </a:p>
        </p:txBody>
      </p:sp>
      <p:sp>
        <p:nvSpPr>
          <p:cNvPr id="1075" name="Google Shape;1075;p3"/>
          <p:cNvSpPr/>
          <p:nvPr/>
        </p:nvSpPr>
        <p:spPr>
          <a:xfrm rot="5400000">
            <a:off x="5322169" y="1177855"/>
            <a:ext cx="1060200" cy="918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6" name="Google Shape;1076;p3"/>
          <p:cNvGrpSpPr/>
          <p:nvPr/>
        </p:nvGrpSpPr>
        <p:grpSpPr>
          <a:xfrm>
            <a:off x="3815797" y="2114031"/>
            <a:ext cx="1512456" cy="1512455"/>
            <a:chOff x="3815797" y="2114031"/>
            <a:chExt cx="1512456" cy="1512455"/>
          </a:xfrm>
        </p:grpSpPr>
        <p:grpSp>
          <p:nvGrpSpPr>
            <p:cNvPr id="1077" name="Google Shape;1077;p3"/>
            <p:cNvGrpSpPr/>
            <p:nvPr/>
          </p:nvGrpSpPr>
          <p:grpSpPr>
            <a:xfrm>
              <a:off x="3815797" y="2114031"/>
              <a:ext cx="1512456" cy="1512455"/>
              <a:chOff x="3815797" y="2114031"/>
              <a:chExt cx="1512456" cy="1512455"/>
            </a:xfrm>
          </p:grpSpPr>
          <p:sp>
            <p:nvSpPr>
              <p:cNvPr id="1078" name="Google Shape;1078;p3"/>
              <p:cNvSpPr/>
              <p:nvPr/>
            </p:nvSpPr>
            <p:spPr>
              <a:xfrm rot="-7978638">
                <a:off x="4037016" y="2335125"/>
                <a:ext cx="1069812" cy="1069812"/>
              </a:xfrm>
              <a:prstGeom prst="blockArc">
                <a:avLst>
                  <a:gd fmla="val 10800000" name="adj1"/>
                  <a:gd fmla="val 13332566" name="adj2"/>
                  <a:gd fmla="val 45248" name="adj3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" name="Google Shape;1079;p3"/>
              <p:cNvSpPr/>
              <p:nvPr/>
            </p:nvSpPr>
            <p:spPr>
              <a:xfrm rot="-10660135">
                <a:off x="4037280" y="2335506"/>
                <a:ext cx="1069485" cy="1069485"/>
              </a:xfrm>
              <a:prstGeom prst="blockArc">
                <a:avLst>
                  <a:gd fmla="val 10800000" name="adj1"/>
                  <a:gd fmla="val 13332566" name="adj2"/>
                  <a:gd fmla="val 45248" name="adj3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0" name="Google Shape;1080;p3"/>
              <p:cNvSpPr/>
              <p:nvPr/>
            </p:nvSpPr>
            <p:spPr>
              <a:xfrm rot="-2578638">
                <a:off x="4037347" y="2335249"/>
                <a:ext cx="1069812" cy="1069812"/>
              </a:xfrm>
              <a:prstGeom prst="blockArc">
                <a:avLst>
                  <a:gd fmla="val 10800000" name="adj1"/>
                  <a:gd fmla="val 13332566" name="adj2"/>
                  <a:gd fmla="val 45248" name="adj3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1" name="Google Shape;1081;p3"/>
              <p:cNvSpPr/>
              <p:nvPr/>
            </p:nvSpPr>
            <p:spPr>
              <a:xfrm rot="-5260135">
                <a:off x="4037293" y="2335513"/>
                <a:ext cx="1069485" cy="1069485"/>
              </a:xfrm>
              <a:prstGeom prst="blockArc">
                <a:avLst>
                  <a:gd fmla="val 10800000" name="adj1"/>
                  <a:gd fmla="val 13332566" name="adj2"/>
                  <a:gd fmla="val 45248" name="adj3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2" name="Google Shape;1082;p3"/>
              <p:cNvSpPr/>
              <p:nvPr/>
            </p:nvSpPr>
            <p:spPr>
              <a:xfrm rot="8221362">
                <a:off x="4036891" y="2335456"/>
                <a:ext cx="1069812" cy="1069812"/>
              </a:xfrm>
              <a:prstGeom prst="blockArc">
                <a:avLst>
                  <a:gd fmla="val 10800000" name="adj1"/>
                  <a:gd fmla="val 13332566" name="adj2"/>
                  <a:gd fmla="val 45248" name="adj3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3" name="Google Shape;1083;p3"/>
              <p:cNvSpPr/>
              <p:nvPr/>
            </p:nvSpPr>
            <p:spPr>
              <a:xfrm rot="5539865">
                <a:off x="4037272" y="2335519"/>
                <a:ext cx="1069485" cy="1069485"/>
              </a:xfrm>
              <a:prstGeom prst="blockArc">
                <a:avLst>
                  <a:gd fmla="val 10800000" name="adj1"/>
                  <a:gd fmla="val 13332566" name="adj2"/>
                  <a:gd fmla="val 45248" name="adj3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4" name="Google Shape;1084;p3"/>
              <p:cNvSpPr/>
              <p:nvPr/>
            </p:nvSpPr>
            <p:spPr>
              <a:xfrm rot="2821362">
                <a:off x="4037222" y="2335580"/>
                <a:ext cx="1069812" cy="1069812"/>
              </a:xfrm>
              <a:prstGeom prst="blockArc">
                <a:avLst>
                  <a:gd fmla="val 10800000" name="adj1"/>
                  <a:gd fmla="val 13332566" name="adj2"/>
                  <a:gd fmla="val 45248" name="adj3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5" name="Google Shape;1085;p3"/>
              <p:cNvSpPr/>
              <p:nvPr/>
            </p:nvSpPr>
            <p:spPr>
              <a:xfrm rot="139865">
                <a:off x="4037285" y="2335526"/>
                <a:ext cx="1069485" cy="1069485"/>
              </a:xfrm>
              <a:prstGeom prst="blockArc">
                <a:avLst>
                  <a:gd fmla="val 10800000" name="adj1"/>
                  <a:gd fmla="val 13332566" name="adj2"/>
                  <a:gd fmla="val 45248" name="adj3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86" name="Google Shape;1086;p3"/>
            <p:cNvSpPr/>
            <p:nvPr/>
          </p:nvSpPr>
          <p:spPr>
            <a:xfrm>
              <a:off x="4172701" y="2470872"/>
              <a:ext cx="798300" cy="798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7" name="Google Shape;1087;p3"/>
          <p:cNvSpPr txBox="1"/>
          <p:nvPr/>
        </p:nvSpPr>
        <p:spPr>
          <a:xfrm>
            <a:off x="3877200" y="2702634"/>
            <a:ext cx="1389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Data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88" name="Google Shape;1088;p3"/>
          <p:cNvSpPr/>
          <p:nvPr/>
        </p:nvSpPr>
        <p:spPr>
          <a:xfrm rot="5400000">
            <a:off x="5793825" y="3657840"/>
            <a:ext cx="1060200" cy="918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3"/>
          <p:cNvSpPr/>
          <p:nvPr/>
        </p:nvSpPr>
        <p:spPr>
          <a:xfrm rot="5400000">
            <a:off x="5784303" y="2003262"/>
            <a:ext cx="1060200" cy="918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3"/>
          <p:cNvSpPr/>
          <p:nvPr/>
        </p:nvSpPr>
        <p:spPr>
          <a:xfrm rot="5400000">
            <a:off x="5328844" y="2830988"/>
            <a:ext cx="1060200" cy="918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1" name="Google Shape;1091;p3"/>
          <p:cNvGrpSpPr/>
          <p:nvPr/>
        </p:nvGrpSpPr>
        <p:grpSpPr>
          <a:xfrm>
            <a:off x="6879650" y="3819412"/>
            <a:ext cx="2218800" cy="594863"/>
            <a:chOff x="6879650" y="3819412"/>
            <a:chExt cx="2218800" cy="594863"/>
          </a:xfrm>
        </p:grpSpPr>
        <p:sp>
          <p:nvSpPr>
            <p:cNvPr id="1092" name="Google Shape;1092;p3"/>
            <p:cNvSpPr txBox="1"/>
            <p:nvPr/>
          </p:nvSpPr>
          <p:spPr>
            <a:xfrm>
              <a:off x="6879658" y="3819412"/>
              <a:ext cx="15549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Stage 08</a:t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093" name="Google Shape;1093;p3"/>
            <p:cNvSpPr txBox="1"/>
            <p:nvPr/>
          </p:nvSpPr>
          <p:spPr>
            <a:xfrm>
              <a:off x="6879650" y="4129575"/>
              <a:ext cx="22188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Sub_metering</a:t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94" name="Google Shape;1094;p3"/>
          <p:cNvGrpSpPr/>
          <p:nvPr/>
        </p:nvGrpSpPr>
        <p:grpSpPr>
          <a:xfrm>
            <a:off x="6414691" y="1339412"/>
            <a:ext cx="2171712" cy="594863"/>
            <a:chOff x="6414691" y="1339412"/>
            <a:chExt cx="2171712" cy="594863"/>
          </a:xfrm>
        </p:grpSpPr>
        <p:sp>
          <p:nvSpPr>
            <p:cNvPr id="1095" name="Google Shape;1095;p3"/>
            <p:cNvSpPr txBox="1"/>
            <p:nvPr/>
          </p:nvSpPr>
          <p:spPr>
            <a:xfrm>
              <a:off x="6414691" y="1339412"/>
              <a:ext cx="15549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Stage 02</a:t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096" name="Google Shape;1096;p3"/>
            <p:cNvSpPr txBox="1"/>
            <p:nvPr/>
          </p:nvSpPr>
          <p:spPr>
            <a:xfrm>
              <a:off x="6414703" y="1649575"/>
              <a:ext cx="21717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DateΤime ενοποίηση</a:t>
              </a:r>
              <a:endPara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97" name="Google Shape;1097;p3"/>
          <p:cNvGrpSpPr/>
          <p:nvPr/>
        </p:nvGrpSpPr>
        <p:grpSpPr>
          <a:xfrm>
            <a:off x="6389650" y="2992095"/>
            <a:ext cx="2349300" cy="582030"/>
            <a:chOff x="6389650" y="2992745"/>
            <a:chExt cx="2349300" cy="582030"/>
          </a:xfrm>
        </p:grpSpPr>
        <p:sp>
          <p:nvSpPr>
            <p:cNvPr id="1098" name="Google Shape;1098;p3"/>
            <p:cNvSpPr txBox="1"/>
            <p:nvPr/>
          </p:nvSpPr>
          <p:spPr>
            <a:xfrm>
              <a:off x="6414670" y="2992745"/>
              <a:ext cx="15549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Stage 06</a:t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099" name="Google Shape;1099;p3"/>
            <p:cNvSpPr txBox="1"/>
            <p:nvPr/>
          </p:nvSpPr>
          <p:spPr>
            <a:xfrm>
              <a:off x="6389650" y="3290075"/>
              <a:ext cx="23493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Μετατροπή kW σε kWh</a:t>
              </a:r>
              <a:endPara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00" name="Google Shape;1100;p3"/>
          <p:cNvGrpSpPr/>
          <p:nvPr/>
        </p:nvGrpSpPr>
        <p:grpSpPr>
          <a:xfrm>
            <a:off x="6879649" y="2166729"/>
            <a:ext cx="1769400" cy="592921"/>
            <a:chOff x="6879649" y="2168029"/>
            <a:chExt cx="1769400" cy="592921"/>
          </a:xfrm>
        </p:grpSpPr>
        <p:sp>
          <p:nvSpPr>
            <p:cNvPr id="1101" name="Google Shape;1101;p3"/>
            <p:cNvSpPr txBox="1"/>
            <p:nvPr/>
          </p:nvSpPr>
          <p:spPr>
            <a:xfrm>
              <a:off x="6879658" y="2168029"/>
              <a:ext cx="15549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Stage 04</a:t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102" name="Google Shape;1102;p3"/>
            <p:cNvSpPr txBox="1"/>
            <p:nvPr/>
          </p:nvSpPr>
          <p:spPr>
            <a:xfrm>
              <a:off x="6879649" y="2476250"/>
              <a:ext cx="17694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Resampling 1’</a:t>
              </a:r>
              <a:endPara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03" name="Google Shape;1103;p3"/>
          <p:cNvSpPr/>
          <p:nvPr/>
        </p:nvSpPr>
        <p:spPr>
          <a:xfrm flipH="1" rot="-5400000">
            <a:off x="2293168" y="3661740"/>
            <a:ext cx="1060200" cy="918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3"/>
          <p:cNvSpPr/>
          <p:nvPr/>
        </p:nvSpPr>
        <p:spPr>
          <a:xfrm flipH="1" rot="-5400000">
            <a:off x="2302690" y="2007162"/>
            <a:ext cx="1060200" cy="918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3"/>
          <p:cNvSpPr/>
          <p:nvPr/>
        </p:nvSpPr>
        <p:spPr>
          <a:xfrm flipH="1" rot="-5400000">
            <a:off x="2758150" y="2834888"/>
            <a:ext cx="1060200" cy="918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6" name="Google Shape;1106;p3"/>
          <p:cNvGrpSpPr/>
          <p:nvPr/>
        </p:nvGrpSpPr>
        <p:grpSpPr>
          <a:xfrm>
            <a:off x="224825" y="3823312"/>
            <a:ext cx="2267400" cy="595988"/>
            <a:chOff x="224825" y="3823312"/>
            <a:chExt cx="2267400" cy="595988"/>
          </a:xfrm>
        </p:grpSpPr>
        <p:sp>
          <p:nvSpPr>
            <p:cNvPr id="1107" name="Google Shape;1107;p3"/>
            <p:cNvSpPr txBox="1"/>
            <p:nvPr/>
          </p:nvSpPr>
          <p:spPr>
            <a:xfrm flipH="1">
              <a:off x="712636" y="3823312"/>
              <a:ext cx="15549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Stage 07</a:t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108" name="Google Shape;1108;p3"/>
            <p:cNvSpPr txBox="1"/>
            <p:nvPr/>
          </p:nvSpPr>
          <p:spPr>
            <a:xfrm flipH="1">
              <a:off x="224825" y="4134600"/>
              <a:ext cx="22674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Δημιουργία Daily_total</a:t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09" name="Google Shape;1109;p3"/>
          <p:cNvGrpSpPr/>
          <p:nvPr/>
        </p:nvGrpSpPr>
        <p:grpSpPr>
          <a:xfrm>
            <a:off x="383200" y="1343312"/>
            <a:ext cx="2349302" cy="594863"/>
            <a:chOff x="383200" y="1343312"/>
            <a:chExt cx="2349302" cy="594863"/>
          </a:xfrm>
        </p:grpSpPr>
        <p:sp>
          <p:nvSpPr>
            <p:cNvPr id="1110" name="Google Shape;1110;p3"/>
            <p:cNvSpPr txBox="1"/>
            <p:nvPr/>
          </p:nvSpPr>
          <p:spPr>
            <a:xfrm flipH="1">
              <a:off x="1177602" y="1343312"/>
              <a:ext cx="15549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Stage 01</a:t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111" name="Google Shape;1111;p3"/>
            <p:cNvSpPr txBox="1"/>
            <p:nvPr/>
          </p:nvSpPr>
          <p:spPr>
            <a:xfrm flipH="1">
              <a:off x="383200" y="1653475"/>
              <a:ext cx="23493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Έλεγχος δομής αρχείου</a:t>
              </a:r>
              <a:endPara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2" name="Google Shape;1112;p3"/>
          <p:cNvGrpSpPr/>
          <p:nvPr/>
        </p:nvGrpSpPr>
        <p:grpSpPr>
          <a:xfrm>
            <a:off x="655026" y="2996645"/>
            <a:ext cx="2077500" cy="594880"/>
            <a:chOff x="655026" y="2996645"/>
            <a:chExt cx="2077500" cy="594880"/>
          </a:xfrm>
        </p:grpSpPr>
        <p:sp>
          <p:nvSpPr>
            <p:cNvPr id="1113" name="Google Shape;1113;p3"/>
            <p:cNvSpPr txBox="1"/>
            <p:nvPr/>
          </p:nvSpPr>
          <p:spPr>
            <a:xfrm flipH="1">
              <a:off x="1177623" y="2996645"/>
              <a:ext cx="15549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Stage 05</a:t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114" name="Google Shape;1114;p3"/>
            <p:cNvSpPr txBox="1"/>
            <p:nvPr/>
          </p:nvSpPr>
          <p:spPr>
            <a:xfrm flipH="1">
              <a:off x="655026" y="3306825"/>
              <a:ext cx="20775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Interpolation χρόνου</a:t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5" name="Google Shape;1115;p3"/>
          <p:cNvGrpSpPr/>
          <p:nvPr/>
        </p:nvGrpSpPr>
        <p:grpSpPr>
          <a:xfrm>
            <a:off x="48725" y="2168029"/>
            <a:ext cx="2218811" cy="596821"/>
            <a:chOff x="48725" y="2168029"/>
            <a:chExt cx="2218811" cy="596821"/>
          </a:xfrm>
        </p:grpSpPr>
        <p:sp>
          <p:nvSpPr>
            <p:cNvPr id="1116" name="Google Shape;1116;p3"/>
            <p:cNvSpPr txBox="1"/>
            <p:nvPr/>
          </p:nvSpPr>
          <p:spPr>
            <a:xfrm flipH="1">
              <a:off x="712636" y="2168029"/>
              <a:ext cx="15549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Stage 03</a:t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117" name="Google Shape;1117;p3"/>
            <p:cNvSpPr txBox="1"/>
            <p:nvPr/>
          </p:nvSpPr>
          <p:spPr>
            <a:xfrm flipH="1">
              <a:off x="48725" y="2480150"/>
              <a:ext cx="22188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Μετατροπή τύπων data</a:t>
              </a:r>
              <a:endPara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8" name="Google Shape;1118;p3"/>
          <p:cNvGrpSpPr/>
          <p:nvPr/>
        </p:nvGrpSpPr>
        <p:grpSpPr>
          <a:xfrm>
            <a:off x="3123685" y="1452698"/>
            <a:ext cx="332044" cy="376098"/>
            <a:chOff x="1547035" y="1402448"/>
            <a:chExt cx="332044" cy="376098"/>
          </a:xfrm>
        </p:grpSpPr>
        <p:sp>
          <p:nvSpPr>
            <p:cNvPr id="1119" name="Google Shape;1119;p3"/>
            <p:cNvSpPr/>
            <p:nvPr/>
          </p:nvSpPr>
          <p:spPr>
            <a:xfrm>
              <a:off x="1547035" y="1691862"/>
              <a:ext cx="332017" cy="86684"/>
            </a:xfrm>
            <a:custGeom>
              <a:rect b="b" l="l" r="r" t="t"/>
              <a:pathLst>
                <a:path extrusionOk="0" h="3168" w="12134">
                  <a:moveTo>
                    <a:pt x="7893" y="806"/>
                  </a:moveTo>
                  <a:lnTo>
                    <a:pt x="7893" y="2362"/>
                  </a:lnTo>
                  <a:lnTo>
                    <a:pt x="806" y="2362"/>
                  </a:lnTo>
                  <a:lnTo>
                    <a:pt x="806" y="806"/>
                  </a:lnTo>
                  <a:close/>
                  <a:moveTo>
                    <a:pt x="11328" y="806"/>
                  </a:moveTo>
                  <a:lnTo>
                    <a:pt x="11328" y="2362"/>
                  </a:lnTo>
                  <a:lnTo>
                    <a:pt x="8672" y="2362"/>
                  </a:lnTo>
                  <a:lnTo>
                    <a:pt x="8672" y="806"/>
                  </a:lnTo>
                  <a:close/>
                  <a:moveTo>
                    <a:pt x="0" y="1"/>
                  </a:moveTo>
                  <a:lnTo>
                    <a:pt x="0" y="3168"/>
                  </a:lnTo>
                  <a:lnTo>
                    <a:pt x="12133" y="3168"/>
                  </a:lnTo>
                  <a:lnTo>
                    <a:pt x="121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3"/>
            <p:cNvSpPr/>
            <p:nvPr/>
          </p:nvSpPr>
          <p:spPr>
            <a:xfrm>
              <a:off x="1547035" y="1402448"/>
              <a:ext cx="332044" cy="267414"/>
            </a:xfrm>
            <a:custGeom>
              <a:rect b="b" l="l" r="r" t="t"/>
              <a:pathLst>
                <a:path extrusionOk="0" h="9773" w="12135">
                  <a:moveTo>
                    <a:pt x="11328" y="806"/>
                  </a:moveTo>
                  <a:lnTo>
                    <a:pt x="11328" y="5746"/>
                  </a:lnTo>
                  <a:lnTo>
                    <a:pt x="806" y="5746"/>
                  </a:lnTo>
                  <a:lnTo>
                    <a:pt x="806" y="806"/>
                  </a:lnTo>
                  <a:close/>
                  <a:moveTo>
                    <a:pt x="11328" y="6551"/>
                  </a:moveTo>
                  <a:lnTo>
                    <a:pt x="11328" y="7356"/>
                  </a:lnTo>
                  <a:lnTo>
                    <a:pt x="806" y="7356"/>
                  </a:lnTo>
                  <a:lnTo>
                    <a:pt x="806" y="6551"/>
                  </a:lnTo>
                  <a:close/>
                  <a:moveTo>
                    <a:pt x="6837" y="8162"/>
                  </a:moveTo>
                  <a:lnTo>
                    <a:pt x="6940" y="8672"/>
                  </a:lnTo>
                  <a:cubicBezTo>
                    <a:pt x="6960" y="8775"/>
                    <a:pt x="6992" y="8874"/>
                    <a:pt x="7034" y="8967"/>
                  </a:cubicBezTo>
                  <a:lnTo>
                    <a:pt x="5100" y="8967"/>
                  </a:lnTo>
                  <a:cubicBezTo>
                    <a:pt x="5142" y="8874"/>
                    <a:pt x="5174" y="8775"/>
                    <a:pt x="5196" y="8672"/>
                  </a:cubicBezTo>
                  <a:lnTo>
                    <a:pt x="5297" y="8162"/>
                  </a:lnTo>
                  <a:close/>
                  <a:moveTo>
                    <a:pt x="0" y="1"/>
                  </a:moveTo>
                  <a:lnTo>
                    <a:pt x="0" y="8162"/>
                  </a:lnTo>
                  <a:lnTo>
                    <a:pt x="4476" y="8162"/>
                  </a:lnTo>
                  <a:lnTo>
                    <a:pt x="4406" y="8513"/>
                  </a:lnTo>
                  <a:cubicBezTo>
                    <a:pt x="4352" y="8776"/>
                    <a:pt x="4120" y="8967"/>
                    <a:pt x="3853" y="8967"/>
                  </a:cubicBezTo>
                  <a:lnTo>
                    <a:pt x="2417" y="8967"/>
                  </a:lnTo>
                  <a:lnTo>
                    <a:pt x="2417" y="9773"/>
                  </a:lnTo>
                  <a:lnTo>
                    <a:pt x="9719" y="9773"/>
                  </a:lnTo>
                  <a:lnTo>
                    <a:pt x="9719" y="8967"/>
                  </a:lnTo>
                  <a:lnTo>
                    <a:pt x="8282" y="8967"/>
                  </a:lnTo>
                  <a:cubicBezTo>
                    <a:pt x="8014" y="8967"/>
                    <a:pt x="7782" y="8776"/>
                    <a:pt x="7730" y="8513"/>
                  </a:cubicBezTo>
                  <a:lnTo>
                    <a:pt x="7659" y="8162"/>
                  </a:lnTo>
                  <a:lnTo>
                    <a:pt x="12135" y="8162"/>
                  </a:lnTo>
                  <a:lnTo>
                    <a:pt x="12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1" name="Google Shape;1121;p3"/>
          <p:cNvSpPr/>
          <p:nvPr/>
        </p:nvSpPr>
        <p:spPr>
          <a:xfrm>
            <a:off x="2635208" y="3982023"/>
            <a:ext cx="376152" cy="311495"/>
          </a:xfrm>
          <a:custGeom>
            <a:rect b="b" l="l" r="r" t="t"/>
            <a:pathLst>
              <a:path extrusionOk="0" h="11384" w="13747">
                <a:moveTo>
                  <a:pt x="12135" y="806"/>
                </a:moveTo>
                <a:lnTo>
                  <a:pt x="12135" y="7356"/>
                </a:lnTo>
                <a:lnTo>
                  <a:pt x="1612" y="7356"/>
                </a:lnTo>
                <a:lnTo>
                  <a:pt x="1612" y="806"/>
                </a:lnTo>
                <a:close/>
                <a:moveTo>
                  <a:pt x="12289" y="8162"/>
                </a:moveTo>
                <a:lnTo>
                  <a:pt x="12692" y="8967"/>
                </a:lnTo>
                <a:lnTo>
                  <a:pt x="1055" y="8967"/>
                </a:lnTo>
                <a:lnTo>
                  <a:pt x="1459" y="8162"/>
                </a:lnTo>
                <a:close/>
                <a:moveTo>
                  <a:pt x="4611" y="9773"/>
                </a:moveTo>
                <a:lnTo>
                  <a:pt x="5015" y="10578"/>
                </a:lnTo>
                <a:lnTo>
                  <a:pt x="806" y="10578"/>
                </a:lnTo>
                <a:lnTo>
                  <a:pt x="806" y="9773"/>
                </a:lnTo>
                <a:close/>
                <a:moveTo>
                  <a:pt x="8235" y="9773"/>
                </a:moveTo>
                <a:lnTo>
                  <a:pt x="7833" y="10578"/>
                </a:lnTo>
                <a:lnTo>
                  <a:pt x="5914" y="10578"/>
                </a:lnTo>
                <a:lnTo>
                  <a:pt x="5512" y="9773"/>
                </a:lnTo>
                <a:close/>
                <a:moveTo>
                  <a:pt x="12941" y="9773"/>
                </a:moveTo>
                <a:lnTo>
                  <a:pt x="12941" y="10578"/>
                </a:lnTo>
                <a:lnTo>
                  <a:pt x="8732" y="10578"/>
                </a:lnTo>
                <a:lnTo>
                  <a:pt x="9136" y="9773"/>
                </a:lnTo>
                <a:close/>
                <a:moveTo>
                  <a:pt x="806" y="1"/>
                </a:moveTo>
                <a:lnTo>
                  <a:pt x="806" y="7664"/>
                </a:lnTo>
                <a:lnTo>
                  <a:pt x="1" y="9275"/>
                </a:lnTo>
                <a:lnTo>
                  <a:pt x="1" y="11383"/>
                </a:lnTo>
                <a:lnTo>
                  <a:pt x="13746" y="11383"/>
                </a:lnTo>
                <a:lnTo>
                  <a:pt x="13746" y="9275"/>
                </a:lnTo>
                <a:lnTo>
                  <a:pt x="12941" y="7664"/>
                </a:lnTo>
                <a:lnTo>
                  <a:pt x="1294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2" name="Google Shape;1122;p3"/>
          <p:cNvGrpSpPr/>
          <p:nvPr/>
        </p:nvGrpSpPr>
        <p:grpSpPr>
          <a:xfrm>
            <a:off x="2644754" y="2368131"/>
            <a:ext cx="376098" cy="198378"/>
            <a:chOff x="2351629" y="1496493"/>
            <a:chExt cx="376098" cy="198378"/>
          </a:xfrm>
        </p:grpSpPr>
        <p:sp>
          <p:nvSpPr>
            <p:cNvPr id="1123" name="Google Shape;1123;p3"/>
            <p:cNvSpPr/>
            <p:nvPr/>
          </p:nvSpPr>
          <p:spPr>
            <a:xfrm>
              <a:off x="2351629" y="1496493"/>
              <a:ext cx="376098" cy="198378"/>
            </a:xfrm>
            <a:custGeom>
              <a:rect b="b" l="l" r="r" t="t"/>
              <a:pathLst>
                <a:path extrusionOk="0" h="7250" w="13745">
                  <a:moveTo>
                    <a:pt x="12939" y="806"/>
                  </a:moveTo>
                  <a:lnTo>
                    <a:pt x="12939" y="6444"/>
                  </a:lnTo>
                  <a:lnTo>
                    <a:pt x="806" y="6444"/>
                  </a:lnTo>
                  <a:lnTo>
                    <a:pt x="806" y="806"/>
                  </a:lnTo>
                  <a:close/>
                  <a:moveTo>
                    <a:pt x="0" y="1"/>
                  </a:moveTo>
                  <a:lnTo>
                    <a:pt x="0" y="7249"/>
                  </a:lnTo>
                  <a:lnTo>
                    <a:pt x="13744" y="7249"/>
                  </a:lnTo>
                  <a:lnTo>
                    <a:pt x="137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3"/>
            <p:cNvSpPr/>
            <p:nvPr/>
          </p:nvSpPr>
          <p:spPr>
            <a:xfrm>
              <a:off x="2616772" y="1628736"/>
              <a:ext cx="22054" cy="22054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5"/>
                  </a:lnTo>
                  <a:lnTo>
                    <a:pt x="806" y="805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3"/>
            <p:cNvSpPr/>
            <p:nvPr/>
          </p:nvSpPr>
          <p:spPr>
            <a:xfrm>
              <a:off x="2528664" y="1584655"/>
              <a:ext cx="22054" cy="22054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3"/>
            <p:cNvSpPr/>
            <p:nvPr/>
          </p:nvSpPr>
          <p:spPr>
            <a:xfrm>
              <a:off x="2572691" y="1584655"/>
              <a:ext cx="22082" cy="22054"/>
            </a:xfrm>
            <a:custGeom>
              <a:rect b="b" l="l" r="r" t="t"/>
              <a:pathLst>
                <a:path extrusionOk="0" h="806" w="807">
                  <a:moveTo>
                    <a:pt x="1" y="0"/>
                  </a:moveTo>
                  <a:lnTo>
                    <a:pt x="1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3"/>
            <p:cNvSpPr/>
            <p:nvPr/>
          </p:nvSpPr>
          <p:spPr>
            <a:xfrm>
              <a:off x="2484583" y="1584655"/>
              <a:ext cx="22054" cy="22054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3"/>
            <p:cNvSpPr/>
            <p:nvPr/>
          </p:nvSpPr>
          <p:spPr>
            <a:xfrm>
              <a:off x="2440502" y="1628736"/>
              <a:ext cx="22082" cy="22054"/>
            </a:xfrm>
            <a:custGeom>
              <a:rect b="b" l="l" r="r" t="t"/>
              <a:pathLst>
                <a:path extrusionOk="0" h="806" w="807">
                  <a:moveTo>
                    <a:pt x="1" y="0"/>
                  </a:moveTo>
                  <a:lnTo>
                    <a:pt x="1" y="805"/>
                  </a:lnTo>
                  <a:lnTo>
                    <a:pt x="806" y="805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3"/>
            <p:cNvSpPr/>
            <p:nvPr/>
          </p:nvSpPr>
          <p:spPr>
            <a:xfrm>
              <a:off x="2440502" y="1584655"/>
              <a:ext cx="22082" cy="22054"/>
            </a:xfrm>
            <a:custGeom>
              <a:rect b="b" l="l" r="r" t="t"/>
              <a:pathLst>
                <a:path extrusionOk="0" h="806" w="807">
                  <a:moveTo>
                    <a:pt x="1" y="0"/>
                  </a:moveTo>
                  <a:lnTo>
                    <a:pt x="1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3"/>
            <p:cNvSpPr/>
            <p:nvPr/>
          </p:nvSpPr>
          <p:spPr>
            <a:xfrm>
              <a:off x="2396421" y="1584655"/>
              <a:ext cx="22082" cy="22054"/>
            </a:xfrm>
            <a:custGeom>
              <a:rect b="b" l="l" r="r" t="t"/>
              <a:pathLst>
                <a:path extrusionOk="0" h="806" w="807">
                  <a:moveTo>
                    <a:pt x="1" y="0"/>
                  </a:moveTo>
                  <a:lnTo>
                    <a:pt x="1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3"/>
            <p:cNvSpPr/>
            <p:nvPr/>
          </p:nvSpPr>
          <p:spPr>
            <a:xfrm>
              <a:off x="2616772" y="1584655"/>
              <a:ext cx="22054" cy="22054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3"/>
            <p:cNvSpPr/>
            <p:nvPr/>
          </p:nvSpPr>
          <p:spPr>
            <a:xfrm>
              <a:off x="2660853" y="1584655"/>
              <a:ext cx="22054" cy="22054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3"/>
            <p:cNvSpPr/>
            <p:nvPr/>
          </p:nvSpPr>
          <p:spPr>
            <a:xfrm>
              <a:off x="2528664" y="1540574"/>
              <a:ext cx="22054" cy="22054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3"/>
            <p:cNvSpPr/>
            <p:nvPr/>
          </p:nvSpPr>
          <p:spPr>
            <a:xfrm>
              <a:off x="2572691" y="1540574"/>
              <a:ext cx="22082" cy="22054"/>
            </a:xfrm>
            <a:custGeom>
              <a:rect b="b" l="l" r="r" t="t"/>
              <a:pathLst>
                <a:path extrusionOk="0" h="806" w="807">
                  <a:moveTo>
                    <a:pt x="1" y="0"/>
                  </a:moveTo>
                  <a:lnTo>
                    <a:pt x="1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3"/>
            <p:cNvSpPr/>
            <p:nvPr/>
          </p:nvSpPr>
          <p:spPr>
            <a:xfrm>
              <a:off x="2484583" y="1540574"/>
              <a:ext cx="22054" cy="22054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3"/>
            <p:cNvSpPr/>
            <p:nvPr/>
          </p:nvSpPr>
          <p:spPr>
            <a:xfrm>
              <a:off x="2440502" y="1540574"/>
              <a:ext cx="22082" cy="22054"/>
            </a:xfrm>
            <a:custGeom>
              <a:rect b="b" l="l" r="r" t="t"/>
              <a:pathLst>
                <a:path extrusionOk="0" h="806" w="807">
                  <a:moveTo>
                    <a:pt x="1" y="0"/>
                  </a:moveTo>
                  <a:lnTo>
                    <a:pt x="1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3"/>
            <p:cNvSpPr/>
            <p:nvPr/>
          </p:nvSpPr>
          <p:spPr>
            <a:xfrm>
              <a:off x="2396421" y="1540574"/>
              <a:ext cx="22082" cy="22054"/>
            </a:xfrm>
            <a:custGeom>
              <a:rect b="b" l="l" r="r" t="t"/>
              <a:pathLst>
                <a:path extrusionOk="0" h="806" w="807">
                  <a:moveTo>
                    <a:pt x="1" y="0"/>
                  </a:moveTo>
                  <a:lnTo>
                    <a:pt x="1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3"/>
            <p:cNvSpPr/>
            <p:nvPr/>
          </p:nvSpPr>
          <p:spPr>
            <a:xfrm>
              <a:off x="2616772" y="1540574"/>
              <a:ext cx="22054" cy="22054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3"/>
            <p:cNvSpPr/>
            <p:nvPr/>
          </p:nvSpPr>
          <p:spPr>
            <a:xfrm>
              <a:off x="2660853" y="1540574"/>
              <a:ext cx="22054" cy="22054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3"/>
            <p:cNvSpPr/>
            <p:nvPr/>
          </p:nvSpPr>
          <p:spPr>
            <a:xfrm>
              <a:off x="2484583" y="1628736"/>
              <a:ext cx="110189" cy="22054"/>
            </a:xfrm>
            <a:custGeom>
              <a:rect b="b" l="l" r="r" t="t"/>
              <a:pathLst>
                <a:path extrusionOk="0" h="806" w="4027">
                  <a:moveTo>
                    <a:pt x="0" y="0"/>
                  </a:moveTo>
                  <a:lnTo>
                    <a:pt x="0" y="805"/>
                  </a:lnTo>
                  <a:lnTo>
                    <a:pt x="4026" y="805"/>
                  </a:lnTo>
                  <a:lnTo>
                    <a:pt x="40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1" name="Google Shape;1141;p3"/>
          <p:cNvSpPr/>
          <p:nvPr/>
        </p:nvSpPr>
        <p:spPr>
          <a:xfrm>
            <a:off x="6168935" y="3928523"/>
            <a:ext cx="309990" cy="376098"/>
          </a:xfrm>
          <a:custGeom>
            <a:rect b="b" l="l" r="r" t="t"/>
            <a:pathLst>
              <a:path extrusionOk="0" h="13745" w="11329">
                <a:moveTo>
                  <a:pt x="9719" y="806"/>
                </a:moveTo>
                <a:cubicBezTo>
                  <a:pt x="9790" y="806"/>
                  <a:pt x="9861" y="816"/>
                  <a:pt x="9927" y="834"/>
                </a:cubicBezTo>
                <a:lnTo>
                  <a:pt x="9148" y="1612"/>
                </a:lnTo>
                <a:lnTo>
                  <a:pt x="2181" y="1612"/>
                </a:lnTo>
                <a:lnTo>
                  <a:pt x="1403" y="834"/>
                </a:lnTo>
                <a:cubicBezTo>
                  <a:pt x="1469" y="816"/>
                  <a:pt x="1540" y="806"/>
                  <a:pt x="1611" y="806"/>
                </a:cubicBezTo>
                <a:close/>
                <a:moveTo>
                  <a:pt x="833" y="1404"/>
                </a:moveTo>
                <a:lnTo>
                  <a:pt x="1611" y="2181"/>
                </a:lnTo>
                <a:lnTo>
                  <a:pt x="1611" y="5873"/>
                </a:lnTo>
                <a:lnTo>
                  <a:pt x="833" y="6652"/>
                </a:lnTo>
                <a:cubicBezTo>
                  <a:pt x="816" y="6586"/>
                  <a:pt x="806" y="6516"/>
                  <a:pt x="806" y="6444"/>
                </a:cubicBezTo>
                <a:lnTo>
                  <a:pt x="806" y="1612"/>
                </a:lnTo>
                <a:cubicBezTo>
                  <a:pt x="806" y="1540"/>
                  <a:pt x="816" y="1470"/>
                  <a:pt x="833" y="1404"/>
                </a:cubicBezTo>
                <a:close/>
                <a:moveTo>
                  <a:pt x="3323" y="6444"/>
                </a:moveTo>
                <a:lnTo>
                  <a:pt x="2518" y="7250"/>
                </a:lnTo>
                <a:lnTo>
                  <a:pt x="1611" y="7250"/>
                </a:lnTo>
                <a:cubicBezTo>
                  <a:pt x="1540" y="7250"/>
                  <a:pt x="1469" y="7240"/>
                  <a:pt x="1403" y="7221"/>
                </a:cubicBezTo>
                <a:lnTo>
                  <a:pt x="2181" y="6444"/>
                </a:lnTo>
                <a:close/>
                <a:moveTo>
                  <a:pt x="8913" y="2417"/>
                </a:moveTo>
                <a:lnTo>
                  <a:pt x="8913" y="11330"/>
                </a:lnTo>
                <a:lnTo>
                  <a:pt x="4698" y="11330"/>
                </a:lnTo>
                <a:lnTo>
                  <a:pt x="4698" y="5639"/>
                </a:lnTo>
                <a:lnTo>
                  <a:pt x="2417" y="5639"/>
                </a:lnTo>
                <a:lnTo>
                  <a:pt x="2417" y="2417"/>
                </a:lnTo>
                <a:close/>
                <a:moveTo>
                  <a:pt x="3893" y="7013"/>
                </a:moveTo>
                <a:lnTo>
                  <a:pt x="3893" y="11565"/>
                </a:lnTo>
                <a:lnTo>
                  <a:pt x="3115" y="12343"/>
                </a:lnTo>
                <a:cubicBezTo>
                  <a:pt x="3097" y="12276"/>
                  <a:pt x="3087" y="12207"/>
                  <a:pt x="3087" y="12134"/>
                </a:cubicBezTo>
                <a:lnTo>
                  <a:pt x="3087" y="7819"/>
                </a:lnTo>
                <a:lnTo>
                  <a:pt x="3893" y="7013"/>
                </a:lnTo>
                <a:close/>
                <a:moveTo>
                  <a:pt x="10496" y="1404"/>
                </a:moveTo>
                <a:cubicBezTo>
                  <a:pt x="10514" y="1470"/>
                  <a:pt x="10523" y="1540"/>
                  <a:pt x="10523" y="1612"/>
                </a:cubicBezTo>
                <a:lnTo>
                  <a:pt x="10523" y="12134"/>
                </a:lnTo>
                <a:cubicBezTo>
                  <a:pt x="10523" y="12207"/>
                  <a:pt x="10514" y="12276"/>
                  <a:pt x="10496" y="12343"/>
                </a:cubicBezTo>
                <a:lnTo>
                  <a:pt x="9717" y="11565"/>
                </a:lnTo>
                <a:lnTo>
                  <a:pt x="9717" y="2181"/>
                </a:lnTo>
                <a:lnTo>
                  <a:pt x="10496" y="1404"/>
                </a:lnTo>
                <a:close/>
                <a:moveTo>
                  <a:pt x="9148" y="12135"/>
                </a:moveTo>
                <a:lnTo>
                  <a:pt x="9927" y="12913"/>
                </a:lnTo>
                <a:cubicBezTo>
                  <a:pt x="9859" y="12931"/>
                  <a:pt x="9790" y="12939"/>
                  <a:pt x="9717" y="12939"/>
                </a:cubicBezTo>
                <a:lnTo>
                  <a:pt x="3893" y="12939"/>
                </a:lnTo>
                <a:cubicBezTo>
                  <a:pt x="3821" y="12939"/>
                  <a:pt x="3751" y="12929"/>
                  <a:pt x="3685" y="12913"/>
                </a:cubicBezTo>
                <a:lnTo>
                  <a:pt x="4462" y="12135"/>
                </a:lnTo>
                <a:close/>
                <a:moveTo>
                  <a:pt x="1611" y="1"/>
                </a:moveTo>
                <a:cubicBezTo>
                  <a:pt x="723" y="1"/>
                  <a:pt x="1" y="723"/>
                  <a:pt x="1" y="1612"/>
                </a:cubicBezTo>
                <a:lnTo>
                  <a:pt x="1" y="6444"/>
                </a:lnTo>
                <a:cubicBezTo>
                  <a:pt x="1" y="7331"/>
                  <a:pt x="723" y="8054"/>
                  <a:pt x="1611" y="8054"/>
                </a:cubicBezTo>
                <a:lnTo>
                  <a:pt x="2282" y="8054"/>
                </a:lnTo>
                <a:lnTo>
                  <a:pt x="2282" y="12134"/>
                </a:lnTo>
                <a:cubicBezTo>
                  <a:pt x="2282" y="13022"/>
                  <a:pt x="3004" y="13745"/>
                  <a:pt x="3893" y="13745"/>
                </a:cubicBezTo>
                <a:lnTo>
                  <a:pt x="9719" y="13745"/>
                </a:lnTo>
                <a:cubicBezTo>
                  <a:pt x="10606" y="13745"/>
                  <a:pt x="11328" y="13022"/>
                  <a:pt x="11328" y="12134"/>
                </a:cubicBezTo>
                <a:lnTo>
                  <a:pt x="11328" y="1612"/>
                </a:lnTo>
                <a:cubicBezTo>
                  <a:pt x="11328" y="723"/>
                  <a:pt x="10606" y="1"/>
                  <a:pt x="97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2" name="Google Shape;1142;p3"/>
          <p:cNvGrpSpPr/>
          <p:nvPr/>
        </p:nvGrpSpPr>
        <p:grpSpPr>
          <a:xfrm>
            <a:off x="5726739" y="3101498"/>
            <a:ext cx="264431" cy="376098"/>
            <a:chOff x="4838552" y="1402448"/>
            <a:chExt cx="264431" cy="376098"/>
          </a:xfrm>
        </p:grpSpPr>
        <p:sp>
          <p:nvSpPr>
            <p:cNvPr id="1143" name="Google Shape;1143;p3"/>
            <p:cNvSpPr/>
            <p:nvPr/>
          </p:nvSpPr>
          <p:spPr>
            <a:xfrm>
              <a:off x="4838552" y="1402448"/>
              <a:ext cx="264431" cy="376098"/>
            </a:xfrm>
            <a:custGeom>
              <a:rect b="b" l="l" r="r" t="t"/>
              <a:pathLst>
                <a:path extrusionOk="0" h="13745" w="9664">
                  <a:moveTo>
                    <a:pt x="1611" y="875"/>
                  </a:moveTo>
                  <a:lnTo>
                    <a:pt x="1611" y="7259"/>
                  </a:lnTo>
                  <a:cubicBezTo>
                    <a:pt x="1611" y="7784"/>
                    <a:pt x="1274" y="8231"/>
                    <a:pt x="806" y="8398"/>
                  </a:cubicBezTo>
                  <a:lnTo>
                    <a:pt x="806" y="2014"/>
                  </a:lnTo>
                  <a:cubicBezTo>
                    <a:pt x="806" y="1489"/>
                    <a:pt x="1142" y="1043"/>
                    <a:pt x="1611" y="875"/>
                  </a:cubicBezTo>
                  <a:close/>
                  <a:moveTo>
                    <a:pt x="8053" y="875"/>
                  </a:moveTo>
                  <a:cubicBezTo>
                    <a:pt x="8522" y="1043"/>
                    <a:pt x="8858" y="1489"/>
                    <a:pt x="8858" y="2014"/>
                  </a:cubicBezTo>
                  <a:lnTo>
                    <a:pt x="8858" y="8441"/>
                  </a:lnTo>
                  <a:cubicBezTo>
                    <a:pt x="8390" y="8276"/>
                    <a:pt x="8053" y="7827"/>
                    <a:pt x="8053" y="7303"/>
                  </a:cubicBezTo>
                  <a:lnTo>
                    <a:pt x="8053" y="875"/>
                  </a:lnTo>
                  <a:close/>
                  <a:moveTo>
                    <a:pt x="7248" y="806"/>
                  </a:moveTo>
                  <a:lnTo>
                    <a:pt x="7248" y="7303"/>
                  </a:lnTo>
                  <a:cubicBezTo>
                    <a:pt x="7248" y="8269"/>
                    <a:pt x="7932" y="9078"/>
                    <a:pt x="8843" y="9272"/>
                  </a:cubicBezTo>
                  <a:cubicBezTo>
                    <a:pt x="8759" y="10213"/>
                    <a:pt x="8350" y="11088"/>
                    <a:pt x="7666" y="11766"/>
                  </a:cubicBezTo>
                  <a:cubicBezTo>
                    <a:pt x="6903" y="12523"/>
                    <a:pt x="5898" y="12939"/>
                    <a:pt x="4833" y="12939"/>
                  </a:cubicBezTo>
                  <a:lnTo>
                    <a:pt x="4805" y="12939"/>
                  </a:lnTo>
                  <a:cubicBezTo>
                    <a:pt x="2719" y="12925"/>
                    <a:pt x="1001" y="11292"/>
                    <a:pt x="821" y="9227"/>
                  </a:cubicBezTo>
                  <a:cubicBezTo>
                    <a:pt x="1731" y="9035"/>
                    <a:pt x="2415" y="8225"/>
                    <a:pt x="2415" y="7258"/>
                  </a:cubicBezTo>
                  <a:lnTo>
                    <a:pt x="2415" y="806"/>
                  </a:lnTo>
                  <a:close/>
                  <a:moveTo>
                    <a:pt x="2013" y="1"/>
                  </a:moveTo>
                  <a:cubicBezTo>
                    <a:pt x="903" y="1"/>
                    <a:pt x="0" y="905"/>
                    <a:pt x="0" y="2014"/>
                  </a:cubicBezTo>
                  <a:lnTo>
                    <a:pt x="0" y="8869"/>
                  </a:lnTo>
                  <a:cubicBezTo>
                    <a:pt x="0" y="11541"/>
                    <a:pt x="2154" y="13728"/>
                    <a:pt x="4800" y="13745"/>
                  </a:cubicBezTo>
                  <a:lnTo>
                    <a:pt x="4833" y="13745"/>
                  </a:lnTo>
                  <a:cubicBezTo>
                    <a:pt x="6112" y="13745"/>
                    <a:pt x="7319" y="13246"/>
                    <a:pt x="8233" y="12338"/>
                  </a:cubicBezTo>
                  <a:cubicBezTo>
                    <a:pt x="9156" y="11421"/>
                    <a:pt x="9664" y="10205"/>
                    <a:pt x="9664" y="8914"/>
                  </a:cubicBezTo>
                  <a:lnTo>
                    <a:pt x="9664" y="2015"/>
                  </a:lnTo>
                  <a:cubicBezTo>
                    <a:pt x="9664" y="905"/>
                    <a:pt x="8761" y="1"/>
                    <a:pt x="7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3"/>
            <p:cNvSpPr/>
            <p:nvPr/>
          </p:nvSpPr>
          <p:spPr>
            <a:xfrm>
              <a:off x="4937686" y="1446529"/>
              <a:ext cx="66163" cy="155747"/>
            </a:xfrm>
            <a:custGeom>
              <a:rect b="b" l="l" r="r" t="t"/>
              <a:pathLst>
                <a:path extrusionOk="0" h="5692" w="2418">
                  <a:moveTo>
                    <a:pt x="1208" y="806"/>
                  </a:moveTo>
                  <a:cubicBezTo>
                    <a:pt x="1430" y="806"/>
                    <a:pt x="1612" y="986"/>
                    <a:pt x="1612" y="1208"/>
                  </a:cubicBezTo>
                  <a:lnTo>
                    <a:pt x="1612" y="2872"/>
                  </a:lnTo>
                  <a:cubicBezTo>
                    <a:pt x="1612" y="3094"/>
                    <a:pt x="1430" y="3276"/>
                    <a:pt x="1208" y="3276"/>
                  </a:cubicBezTo>
                  <a:cubicBezTo>
                    <a:pt x="988" y="3276"/>
                    <a:pt x="806" y="3094"/>
                    <a:pt x="806" y="2872"/>
                  </a:cubicBezTo>
                  <a:lnTo>
                    <a:pt x="806" y="1208"/>
                  </a:lnTo>
                  <a:cubicBezTo>
                    <a:pt x="806" y="986"/>
                    <a:pt x="986" y="806"/>
                    <a:pt x="1208" y="806"/>
                  </a:cubicBezTo>
                  <a:close/>
                  <a:moveTo>
                    <a:pt x="1612" y="4011"/>
                  </a:moveTo>
                  <a:lnTo>
                    <a:pt x="1612" y="4483"/>
                  </a:lnTo>
                  <a:cubicBezTo>
                    <a:pt x="1612" y="4705"/>
                    <a:pt x="1430" y="4887"/>
                    <a:pt x="1208" y="4887"/>
                  </a:cubicBezTo>
                  <a:cubicBezTo>
                    <a:pt x="988" y="4887"/>
                    <a:pt x="806" y="4705"/>
                    <a:pt x="806" y="4483"/>
                  </a:cubicBezTo>
                  <a:lnTo>
                    <a:pt x="806" y="4011"/>
                  </a:lnTo>
                  <a:cubicBezTo>
                    <a:pt x="933" y="4056"/>
                    <a:pt x="1068" y="4081"/>
                    <a:pt x="1208" y="4081"/>
                  </a:cubicBezTo>
                  <a:cubicBezTo>
                    <a:pt x="1350" y="4081"/>
                    <a:pt x="1485" y="4056"/>
                    <a:pt x="1612" y="4011"/>
                  </a:cubicBezTo>
                  <a:close/>
                  <a:moveTo>
                    <a:pt x="1208" y="1"/>
                  </a:moveTo>
                  <a:cubicBezTo>
                    <a:pt x="543" y="1"/>
                    <a:pt x="1" y="542"/>
                    <a:pt x="1" y="1208"/>
                  </a:cubicBezTo>
                  <a:lnTo>
                    <a:pt x="1" y="4483"/>
                  </a:lnTo>
                  <a:cubicBezTo>
                    <a:pt x="1" y="5149"/>
                    <a:pt x="543" y="5692"/>
                    <a:pt x="1208" y="5692"/>
                  </a:cubicBezTo>
                  <a:cubicBezTo>
                    <a:pt x="1875" y="5692"/>
                    <a:pt x="2417" y="5149"/>
                    <a:pt x="2417" y="4483"/>
                  </a:cubicBezTo>
                  <a:lnTo>
                    <a:pt x="2417" y="1208"/>
                  </a:lnTo>
                  <a:cubicBezTo>
                    <a:pt x="2417" y="543"/>
                    <a:pt x="1875" y="1"/>
                    <a:pt x="1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5" name="Google Shape;1145;p3"/>
          <p:cNvSpPr/>
          <p:nvPr/>
        </p:nvSpPr>
        <p:spPr>
          <a:xfrm>
            <a:off x="3100186" y="3143956"/>
            <a:ext cx="376125" cy="298990"/>
          </a:xfrm>
          <a:custGeom>
            <a:rect b="b" l="l" r="r" t="t"/>
            <a:pathLst>
              <a:path extrusionOk="0" h="10927" w="13746">
                <a:moveTo>
                  <a:pt x="12135" y="806"/>
                </a:moveTo>
                <a:cubicBezTo>
                  <a:pt x="12579" y="806"/>
                  <a:pt x="12940" y="1167"/>
                  <a:pt x="12940" y="1611"/>
                </a:cubicBezTo>
                <a:lnTo>
                  <a:pt x="12940" y="7705"/>
                </a:lnTo>
                <a:lnTo>
                  <a:pt x="807" y="7705"/>
                </a:lnTo>
                <a:lnTo>
                  <a:pt x="807" y="1611"/>
                </a:lnTo>
                <a:cubicBezTo>
                  <a:pt x="805" y="1167"/>
                  <a:pt x="1168" y="806"/>
                  <a:pt x="1611" y="806"/>
                </a:cubicBezTo>
                <a:close/>
                <a:moveTo>
                  <a:pt x="6470" y="8510"/>
                </a:moveTo>
                <a:lnTo>
                  <a:pt x="6470" y="10121"/>
                </a:lnTo>
                <a:lnTo>
                  <a:pt x="1612" y="10121"/>
                </a:lnTo>
                <a:cubicBezTo>
                  <a:pt x="1168" y="10121"/>
                  <a:pt x="805" y="9759"/>
                  <a:pt x="805" y="9315"/>
                </a:cubicBezTo>
                <a:lnTo>
                  <a:pt x="805" y="8510"/>
                </a:lnTo>
                <a:close/>
                <a:moveTo>
                  <a:pt x="12940" y="8510"/>
                </a:moveTo>
                <a:lnTo>
                  <a:pt x="12940" y="9315"/>
                </a:lnTo>
                <a:cubicBezTo>
                  <a:pt x="12940" y="9759"/>
                  <a:pt x="12579" y="10121"/>
                  <a:pt x="12135" y="10121"/>
                </a:cubicBezTo>
                <a:lnTo>
                  <a:pt x="7275" y="10121"/>
                </a:lnTo>
                <a:lnTo>
                  <a:pt x="7275" y="8510"/>
                </a:lnTo>
                <a:close/>
                <a:moveTo>
                  <a:pt x="1611" y="1"/>
                </a:moveTo>
                <a:cubicBezTo>
                  <a:pt x="723" y="1"/>
                  <a:pt x="0" y="723"/>
                  <a:pt x="0" y="1611"/>
                </a:cubicBezTo>
                <a:lnTo>
                  <a:pt x="0" y="9315"/>
                </a:lnTo>
                <a:cubicBezTo>
                  <a:pt x="0" y="10204"/>
                  <a:pt x="723" y="10926"/>
                  <a:pt x="1611" y="10926"/>
                </a:cubicBezTo>
                <a:lnTo>
                  <a:pt x="12135" y="10926"/>
                </a:lnTo>
                <a:cubicBezTo>
                  <a:pt x="13023" y="10926"/>
                  <a:pt x="13745" y="10204"/>
                  <a:pt x="13745" y="9315"/>
                </a:cubicBezTo>
                <a:lnTo>
                  <a:pt x="13745" y="1611"/>
                </a:lnTo>
                <a:cubicBezTo>
                  <a:pt x="13745" y="723"/>
                  <a:pt x="13023" y="1"/>
                  <a:pt x="1213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6" name="Google Shape;1146;p3"/>
          <p:cNvGrpSpPr/>
          <p:nvPr/>
        </p:nvGrpSpPr>
        <p:grpSpPr>
          <a:xfrm>
            <a:off x="6168923" y="2275373"/>
            <a:ext cx="310017" cy="376098"/>
            <a:chOff x="6437261" y="1402448"/>
            <a:chExt cx="310017" cy="376098"/>
          </a:xfrm>
        </p:grpSpPr>
        <p:sp>
          <p:nvSpPr>
            <p:cNvPr id="1147" name="Google Shape;1147;p3"/>
            <p:cNvSpPr/>
            <p:nvPr/>
          </p:nvSpPr>
          <p:spPr>
            <a:xfrm>
              <a:off x="6437261" y="1402448"/>
              <a:ext cx="310017" cy="376098"/>
            </a:xfrm>
            <a:custGeom>
              <a:rect b="b" l="l" r="r" t="t"/>
              <a:pathLst>
                <a:path extrusionOk="0" h="13745" w="11330">
                  <a:moveTo>
                    <a:pt x="10523" y="806"/>
                  </a:moveTo>
                  <a:lnTo>
                    <a:pt x="10523" y="9101"/>
                  </a:lnTo>
                  <a:lnTo>
                    <a:pt x="10524" y="9101"/>
                  </a:lnTo>
                  <a:lnTo>
                    <a:pt x="9366" y="9872"/>
                  </a:lnTo>
                  <a:lnTo>
                    <a:pt x="9230" y="10415"/>
                  </a:lnTo>
                  <a:lnTo>
                    <a:pt x="9227" y="10414"/>
                  </a:lnTo>
                  <a:cubicBezTo>
                    <a:pt x="9092" y="10953"/>
                    <a:pt x="8610" y="11329"/>
                    <a:pt x="8055" y="11329"/>
                  </a:cubicBezTo>
                  <a:lnTo>
                    <a:pt x="3274" y="11329"/>
                  </a:lnTo>
                  <a:cubicBezTo>
                    <a:pt x="2719" y="11329"/>
                    <a:pt x="2237" y="10953"/>
                    <a:pt x="2102" y="10414"/>
                  </a:cubicBezTo>
                  <a:lnTo>
                    <a:pt x="2099" y="10415"/>
                  </a:lnTo>
                  <a:lnTo>
                    <a:pt x="1964" y="9872"/>
                  </a:lnTo>
                  <a:lnTo>
                    <a:pt x="806" y="9101"/>
                  </a:lnTo>
                  <a:lnTo>
                    <a:pt x="806" y="806"/>
                  </a:lnTo>
                  <a:close/>
                  <a:moveTo>
                    <a:pt x="2490" y="11977"/>
                  </a:moveTo>
                  <a:cubicBezTo>
                    <a:pt x="2733" y="12078"/>
                    <a:pt x="2997" y="12135"/>
                    <a:pt x="3274" y="12135"/>
                  </a:cubicBezTo>
                  <a:lnTo>
                    <a:pt x="8055" y="12135"/>
                  </a:lnTo>
                  <a:cubicBezTo>
                    <a:pt x="8332" y="12135"/>
                    <a:pt x="8597" y="12078"/>
                    <a:pt x="8839" y="11977"/>
                  </a:cubicBezTo>
                  <a:lnTo>
                    <a:pt x="8839" y="11977"/>
                  </a:lnTo>
                  <a:lnTo>
                    <a:pt x="8828" y="12026"/>
                  </a:lnTo>
                  <a:cubicBezTo>
                    <a:pt x="8693" y="12564"/>
                    <a:pt x="8211" y="12939"/>
                    <a:pt x="7656" y="12939"/>
                  </a:cubicBezTo>
                  <a:lnTo>
                    <a:pt x="3675" y="12939"/>
                  </a:lnTo>
                  <a:cubicBezTo>
                    <a:pt x="3120" y="12939"/>
                    <a:pt x="2638" y="12564"/>
                    <a:pt x="2503" y="12024"/>
                  </a:cubicBezTo>
                  <a:lnTo>
                    <a:pt x="2490" y="11977"/>
                  </a:lnTo>
                  <a:close/>
                  <a:moveTo>
                    <a:pt x="1" y="1"/>
                  </a:moveTo>
                  <a:lnTo>
                    <a:pt x="1" y="9531"/>
                  </a:lnTo>
                  <a:lnTo>
                    <a:pt x="1259" y="10370"/>
                  </a:lnTo>
                  <a:lnTo>
                    <a:pt x="1721" y="12220"/>
                  </a:lnTo>
                  <a:cubicBezTo>
                    <a:pt x="1946" y="13118"/>
                    <a:pt x="2749" y="13745"/>
                    <a:pt x="3675" y="13745"/>
                  </a:cubicBezTo>
                  <a:lnTo>
                    <a:pt x="7656" y="13745"/>
                  </a:lnTo>
                  <a:cubicBezTo>
                    <a:pt x="8582" y="13745"/>
                    <a:pt x="9384" y="13118"/>
                    <a:pt x="9609" y="12220"/>
                  </a:cubicBezTo>
                  <a:lnTo>
                    <a:pt x="10072" y="10370"/>
                  </a:lnTo>
                  <a:lnTo>
                    <a:pt x="11330" y="9531"/>
                  </a:lnTo>
                  <a:lnTo>
                    <a:pt x="113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3"/>
            <p:cNvSpPr/>
            <p:nvPr/>
          </p:nvSpPr>
          <p:spPr>
            <a:xfrm>
              <a:off x="6481342" y="1446529"/>
              <a:ext cx="221855" cy="221883"/>
            </a:xfrm>
            <a:custGeom>
              <a:rect b="b" l="l" r="r" t="t"/>
              <a:pathLst>
                <a:path extrusionOk="0" h="8109" w="8108">
                  <a:moveTo>
                    <a:pt x="4054" y="806"/>
                  </a:moveTo>
                  <a:cubicBezTo>
                    <a:pt x="5845" y="806"/>
                    <a:pt x="7303" y="2264"/>
                    <a:pt x="7303" y="4054"/>
                  </a:cubicBezTo>
                  <a:cubicBezTo>
                    <a:pt x="7303" y="5845"/>
                    <a:pt x="5845" y="7303"/>
                    <a:pt x="4054" y="7303"/>
                  </a:cubicBezTo>
                  <a:cubicBezTo>
                    <a:pt x="2264" y="7303"/>
                    <a:pt x="806" y="5845"/>
                    <a:pt x="806" y="4054"/>
                  </a:cubicBezTo>
                  <a:cubicBezTo>
                    <a:pt x="806" y="2264"/>
                    <a:pt x="2264" y="806"/>
                    <a:pt x="4054" y="806"/>
                  </a:cubicBezTo>
                  <a:close/>
                  <a:moveTo>
                    <a:pt x="4054" y="1"/>
                  </a:moveTo>
                  <a:cubicBezTo>
                    <a:pt x="1819" y="1"/>
                    <a:pt x="1" y="1818"/>
                    <a:pt x="1" y="4054"/>
                  </a:cubicBezTo>
                  <a:cubicBezTo>
                    <a:pt x="1" y="6289"/>
                    <a:pt x="1819" y="8108"/>
                    <a:pt x="4054" y="8108"/>
                  </a:cubicBezTo>
                  <a:cubicBezTo>
                    <a:pt x="6289" y="8108"/>
                    <a:pt x="8108" y="6289"/>
                    <a:pt x="8108" y="4054"/>
                  </a:cubicBezTo>
                  <a:cubicBezTo>
                    <a:pt x="8108" y="1818"/>
                    <a:pt x="6289" y="1"/>
                    <a:pt x="40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3"/>
            <p:cNvSpPr/>
            <p:nvPr/>
          </p:nvSpPr>
          <p:spPr>
            <a:xfrm>
              <a:off x="6525423" y="1490610"/>
              <a:ext cx="133721" cy="133721"/>
            </a:xfrm>
            <a:custGeom>
              <a:rect b="b" l="l" r="r" t="t"/>
              <a:pathLst>
                <a:path extrusionOk="0" h="4887" w="4887">
                  <a:moveTo>
                    <a:pt x="2443" y="806"/>
                  </a:moveTo>
                  <a:cubicBezTo>
                    <a:pt x="3346" y="806"/>
                    <a:pt x="4081" y="1540"/>
                    <a:pt x="4081" y="2443"/>
                  </a:cubicBezTo>
                  <a:cubicBezTo>
                    <a:pt x="4081" y="3346"/>
                    <a:pt x="3346" y="4081"/>
                    <a:pt x="2443" y="4081"/>
                  </a:cubicBezTo>
                  <a:cubicBezTo>
                    <a:pt x="1539" y="4081"/>
                    <a:pt x="806" y="3346"/>
                    <a:pt x="806" y="2443"/>
                  </a:cubicBezTo>
                  <a:cubicBezTo>
                    <a:pt x="806" y="1540"/>
                    <a:pt x="1539" y="806"/>
                    <a:pt x="2443" y="806"/>
                  </a:cubicBezTo>
                  <a:close/>
                  <a:moveTo>
                    <a:pt x="2443" y="1"/>
                  </a:moveTo>
                  <a:cubicBezTo>
                    <a:pt x="1095" y="1"/>
                    <a:pt x="0" y="1097"/>
                    <a:pt x="0" y="2443"/>
                  </a:cubicBezTo>
                  <a:cubicBezTo>
                    <a:pt x="0" y="3790"/>
                    <a:pt x="1095" y="4886"/>
                    <a:pt x="2443" y="4886"/>
                  </a:cubicBezTo>
                  <a:cubicBezTo>
                    <a:pt x="3790" y="4886"/>
                    <a:pt x="4886" y="3790"/>
                    <a:pt x="4886" y="2443"/>
                  </a:cubicBezTo>
                  <a:cubicBezTo>
                    <a:pt x="4886" y="1096"/>
                    <a:pt x="3790" y="1"/>
                    <a:pt x="24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0" name="Google Shape;1150;p3"/>
          <p:cNvSpPr/>
          <p:nvPr/>
        </p:nvSpPr>
        <p:spPr>
          <a:xfrm>
            <a:off x="5670911" y="1446898"/>
            <a:ext cx="376098" cy="376098"/>
          </a:xfrm>
          <a:custGeom>
            <a:rect b="b" l="l" r="r" t="t"/>
            <a:pathLst>
              <a:path extrusionOk="0" h="13745" w="13745">
                <a:moveTo>
                  <a:pt x="7276" y="806"/>
                </a:moveTo>
                <a:lnTo>
                  <a:pt x="7276" y="1612"/>
                </a:lnTo>
                <a:lnTo>
                  <a:pt x="6470" y="1612"/>
                </a:lnTo>
                <a:lnTo>
                  <a:pt x="6470" y="806"/>
                </a:lnTo>
                <a:close/>
                <a:moveTo>
                  <a:pt x="8081" y="2417"/>
                </a:moveTo>
                <a:lnTo>
                  <a:pt x="8081" y="8108"/>
                </a:lnTo>
                <a:lnTo>
                  <a:pt x="5665" y="8108"/>
                </a:lnTo>
                <a:lnTo>
                  <a:pt x="5665" y="4666"/>
                </a:lnTo>
                <a:lnTo>
                  <a:pt x="5096" y="4097"/>
                </a:lnTo>
                <a:cubicBezTo>
                  <a:pt x="4942" y="3945"/>
                  <a:pt x="4859" y="3743"/>
                  <a:pt x="4859" y="3528"/>
                </a:cubicBezTo>
                <a:lnTo>
                  <a:pt x="4859" y="2417"/>
                </a:lnTo>
                <a:close/>
                <a:moveTo>
                  <a:pt x="7276" y="8914"/>
                </a:moveTo>
                <a:lnTo>
                  <a:pt x="7276" y="9719"/>
                </a:lnTo>
                <a:lnTo>
                  <a:pt x="6470" y="9719"/>
                </a:lnTo>
                <a:lnTo>
                  <a:pt x="6470" y="8914"/>
                </a:lnTo>
                <a:close/>
                <a:moveTo>
                  <a:pt x="11483" y="10523"/>
                </a:moveTo>
                <a:lnTo>
                  <a:pt x="11885" y="11330"/>
                </a:lnTo>
                <a:lnTo>
                  <a:pt x="1860" y="11330"/>
                </a:lnTo>
                <a:lnTo>
                  <a:pt x="2262" y="10523"/>
                </a:lnTo>
                <a:close/>
                <a:moveTo>
                  <a:pt x="4479" y="12134"/>
                </a:moveTo>
                <a:lnTo>
                  <a:pt x="4157" y="12939"/>
                </a:lnTo>
                <a:lnTo>
                  <a:pt x="806" y="12939"/>
                </a:lnTo>
                <a:lnTo>
                  <a:pt x="806" y="12134"/>
                </a:lnTo>
                <a:close/>
                <a:moveTo>
                  <a:pt x="8399" y="12134"/>
                </a:moveTo>
                <a:lnTo>
                  <a:pt x="8721" y="12939"/>
                </a:lnTo>
                <a:lnTo>
                  <a:pt x="5024" y="12939"/>
                </a:lnTo>
                <a:lnTo>
                  <a:pt x="5346" y="12134"/>
                </a:lnTo>
                <a:close/>
                <a:moveTo>
                  <a:pt x="12939" y="12134"/>
                </a:moveTo>
                <a:lnTo>
                  <a:pt x="12939" y="12939"/>
                </a:lnTo>
                <a:lnTo>
                  <a:pt x="9588" y="12939"/>
                </a:lnTo>
                <a:lnTo>
                  <a:pt x="9266" y="12134"/>
                </a:lnTo>
                <a:close/>
                <a:moveTo>
                  <a:pt x="5665" y="1"/>
                </a:moveTo>
                <a:lnTo>
                  <a:pt x="5665" y="1612"/>
                </a:lnTo>
                <a:lnTo>
                  <a:pt x="4054" y="1612"/>
                </a:lnTo>
                <a:lnTo>
                  <a:pt x="4054" y="3528"/>
                </a:lnTo>
                <a:cubicBezTo>
                  <a:pt x="4054" y="3958"/>
                  <a:pt x="4221" y="4362"/>
                  <a:pt x="4525" y="4666"/>
                </a:cubicBezTo>
                <a:lnTo>
                  <a:pt x="4859" y="4999"/>
                </a:lnTo>
                <a:lnTo>
                  <a:pt x="4859" y="8912"/>
                </a:lnTo>
                <a:lnTo>
                  <a:pt x="5665" y="8912"/>
                </a:lnTo>
                <a:lnTo>
                  <a:pt x="5665" y="9718"/>
                </a:lnTo>
                <a:lnTo>
                  <a:pt x="1764" y="9718"/>
                </a:lnTo>
                <a:lnTo>
                  <a:pt x="959" y="11329"/>
                </a:lnTo>
                <a:lnTo>
                  <a:pt x="0" y="11329"/>
                </a:lnTo>
                <a:lnTo>
                  <a:pt x="0" y="13745"/>
                </a:lnTo>
                <a:lnTo>
                  <a:pt x="13744" y="13745"/>
                </a:lnTo>
                <a:lnTo>
                  <a:pt x="13744" y="11329"/>
                </a:lnTo>
                <a:lnTo>
                  <a:pt x="12786" y="11329"/>
                </a:lnTo>
                <a:lnTo>
                  <a:pt x="11980" y="9719"/>
                </a:lnTo>
                <a:lnTo>
                  <a:pt x="8080" y="9719"/>
                </a:lnTo>
                <a:lnTo>
                  <a:pt x="8080" y="8914"/>
                </a:lnTo>
                <a:lnTo>
                  <a:pt x="8885" y="8914"/>
                </a:lnTo>
                <a:lnTo>
                  <a:pt x="8885" y="1612"/>
                </a:lnTo>
                <a:lnTo>
                  <a:pt x="8080" y="1612"/>
                </a:lnTo>
                <a:lnTo>
                  <a:pt x="808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3"/>
          <p:cNvSpPr/>
          <p:nvPr/>
        </p:nvSpPr>
        <p:spPr>
          <a:xfrm>
            <a:off x="4262062" y="2410150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3"/>
          <p:cNvSpPr/>
          <p:nvPr/>
        </p:nvSpPr>
        <p:spPr>
          <a:xfrm>
            <a:off x="3857350" y="1586925"/>
            <a:ext cx="107700" cy="10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3" name="Google Shape;1153;p3"/>
          <p:cNvCxnSpPr>
            <a:stCxn id="1152" idx="6"/>
            <a:endCxn id="1151" idx="0"/>
          </p:cNvCxnSpPr>
          <p:nvPr/>
        </p:nvCxnSpPr>
        <p:spPr>
          <a:xfrm>
            <a:off x="3965050" y="1640775"/>
            <a:ext cx="351000" cy="769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4" name="Google Shape;1154;p3"/>
          <p:cNvSpPr/>
          <p:nvPr/>
        </p:nvSpPr>
        <p:spPr>
          <a:xfrm>
            <a:off x="4787262" y="2410150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3"/>
          <p:cNvSpPr/>
          <p:nvPr/>
        </p:nvSpPr>
        <p:spPr>
          <a:xfrm>
            <a:off x="5177091" y="1586925"/>
            <a:ext cx="107700" cy="10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6" name="Google Shape;1156;p3"/>
          <p:cNvCxnSpPr>
            <a:stCxn id="1155" idx="2"/>
            <a:endCxn id="1154" idx="0"/>
          </p:cNvCxnSpPr>
          <p:nvPr/>
        </p:nvCxnSpPr>
        <p:spPr>
          <a:xfrm flipH="1">
            <a:off x="4841091" y="1640775"/>
            <a:ext cx="336000" cy="769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7" name="Google Shape;1157;p3"/>
          <p:cNvSpPr/>
          <p:nvPr/>
        </p:nvSpPr>
        <p:spPr>
          <a:xfrm>
            <a:off x="4262062" y="3223493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3"/>
          <p:cNvSpPr/>
          <p:nvPr/>
        </p:nvSpPr>
        <p:spPr>
          <a:xfrm>
            <a:off x="4787262" y="3223493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3"/>
          <p:cNvSpPr/>
          <p:nvPr/>
        </p:nvSpPr>
        <p:spPr>
          <a:xfrm>
            <a:off x="4076886" y="2621709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3"/>
          <p:cNvSpPr/>
          <p:nvPr/>
        </p:nvSpPr>
        <p:spPr>
          <a:xfrm>
            <a:off x="4076886" y="3022349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3"/>
          <p:cNvSpPr/>
          <p:nvPr/>
        </p:nvSpPr>
        <p:spPr>
          <a:xfrm>
            <a:off x="4950771" y="2621709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3"/>
          <p:cNvSpPr/>
          <p:nvPr/>
        </p:nvSpPr>
        <p:spPr>
          <a:xfrm>
            <a:off x="4950771" y="3022349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3"/>
          <p:cNvSpPr/>
          <p:nvPr/>
        </p:nvSpPr>
        <p:spPr>
          <a:xfrm>
            <a:off x="3859875" y="3299488"/>
            <a:ext cx="107700" cy="10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3"/>
          <p:cNvSpPr/>
          <p:nvPr/>
        </p:nvSpPr>
        <p:spPr>
          <a:xfrm>
            <a:off x="5179616" y="3299488"/>
            <a:ext cx="107700" cy="10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3"/>
          <p:cNvSpPr/>
          <p:nvPr/>
        </p:nvSpPr>
        <p:spPr>
          <a:xfrm>
            <a:off x="3371876" y="2378775"/>
            <a:ext cx="107700" cy="10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3"/>
          <p:cNvSpPr/>
          <p:nvPr/>
        </p:nvSpPr>
        <p:spPr>
          <a:xfrm>
            <a:off x="5663704" y="2378775"/>
            <a:ext cx="107700" cy="10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7" name="Google Shape;1167;p3"/>
          <p:cNvCxnSpPr>
            <a:stCxn id="1159" idx="2"/>
            <a:endCxn id="1165" idx="6"/>
          </p:cNvCxnSpPr>
          <p:nvPr/>
        </p:nvCxnSpPr>
        <p:spPr>
          <a:xfrm rot="10800000">
            <a:off x="3479586" y="2432559"/>
            <a:ext cx="597300" cy="2430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8" name="Google Shape;1168;p3"/>
          <p:cNvCxnSpPr>
            <a:stCxn id="1161" idx="6"/>
            <a:endCxn id="1166" idx="2"/>
          </p:cNvCxnSpPr>
          <p:nvPr/>
        </p:nvCxnSpPr>
        <p:spPr>
          <a:xfrm flipH="1" rot="10800000">
            <a:off x="5058471" y="2432559"/>
            <a:ext cx="605100" cy="2430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9" name="Google Shape;1169;p3"/>
          <p:cNvSpPr/>
          <p:nvPr/>
        </p:nvSpPr>
        <p:spPr>
          <a:xfrm>
            <a:off x="3371876" y="4080792"/>
            <a:ext cx="107700" cy="10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3"/>
          <p:cNvSpPr/>
          <p:nvPr/>
        </p:nvSpPr>
        <p:spPr>
          <a:xfrm>
            <a:off x="5663704" y="4080792"/>
            <a:ext cx="107700" cy="10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1" name="Google Shape;1171;p3"/>
          <p:cNvCxnSpPr>
            <a:stCxn id="1169" idx="6"/>
            <a:endCxn id="1157" idx="4"/>
          </p:cNvCxnSpPr>
          <p:nvPr/>
        </p:nvCxnSpPr>
        <p:spPr>
          <a:xfrm flipH="1" rot="10800000">
            <a:off x="3479576" y="3331242"/>
            <a:ext cx="836400" cy="803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2" name="Google Shape;1172;p3"/>
          <p:cNvCxnSpPr>
            <a:stCxn id="1158" idx="4"/>
            <a:endCxn id="1170" idx="2"/>
          </p:cNvCxnSpPr>
          <p:nvPr/>
        </p:nvCxnSpPr>
        <p:spPr>
          <a:xfrm flipH="1" rot="-5400000">
            <a:off x="4850712" y="3321593"/>
            <a:ext cx="803400" cy="822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3" name="Google Shape;1173;p3"/>
          <p:cNvCxnSpPr>
            <a:stCxn id="1163" idx="6"/>
            <a:endCxn id="1160" idx="2"/>
          </p:cNvCxnSpPr>
          <p:nvPr/>
        </p:nvCxnSpPr>
        <p:spPr>
          <a:xfrm flipH="1" rot="10800000">
            <a:off x="3967575" y="3076138"/>
            <a:ext cx="109200" cy="277200"/>
          </a:xfrm>
          <a:prstGeom prst="bentConnector3">
            <a:avLst>
              <a:gd fmla="val 5005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4" name="Google Shape;1174;p3"/>
          <p:cNvCxnSpPr>
            <a:stCxn id="1164" idx="2"/>
            <a:endCxn id="1162" idx="6"/>
          </p:cNvCxnSpPr>
          <p:nvPr/>
        </p:nvCxnSpPr>
        <p:spPr>
          <a:xfrm rot="10800000">
            <a:off x="5058416" y="3076138"/>
            <a:ext cx="121200" cy="277200"/>
          </a:xfrm>
          <a:prstGeom prst="bentConnector3">
            <a:avLst>
              <a:gd fmla="val 4997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4"/>
          <p:cNvSpPr/>
          <p:nvPr/>
        </p:nvSpPr>
        <p:spPr>
          <a:xfrm flipH="1" rot="-5400000">
            <a:off x="2352875" y="2060063"/>
            <a:ext cx="940800" cy="8145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4"/>
          <p:cNvSpPr/>
          <p:nvPr/>
        </p:nvSpPr>
        <p:spPr>
          <a:xfrm flipH="1" rot="-5400000">
            <a:off x="2817837" y="2886588"/>
            <a:ext cx="940800" cy="8145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4"/>
          <p:cNvSpPr/>
          <p:nvPr/>
        </p:nvSpPr>
        <p:spPr>
          <a:xfrm flipH="1" rot="-5400000">
            <a:off x="4747462" y="4033913"/>
            <a:ext cx="940800" cy="8145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4"/>
          <p:cNvSpPr/>
          <p:nvPr/>
        </p:nvSpPr>
        <p:spPr>
          <a:xfrm flipH="1" rot="-5400000">
            <a:off x="5850675" y="2056151"/>
            <a:ext cx="940800" cy="8145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4"/>
          <p:cNvSpPr/>
          <p:nvPr/>
        </p:nvSpPr>
        <p:spPr>
          <a:xfrm flipH="1" rot="-5400000">
            <a:off x="5381875" y="1227702"/>
            <a:ext cx="940800" cy="8145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4"/>
          <p:cNvSpPr/>
          <p:nvPr/>
        </p:nvSpPr>
        <p:spPr>
          <a:xfrm flipH="1" rot="-5400000">
            <a:off x="5384975" y="2882752"/>
            <a:ext cx="940800" cy="8145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4"/>
          <p:cNvSpPr/>
          <p:nvPr/>
        </p:nvSpPr>
        <p:spPr>
          <a:xfrm flipH="1" rot="-5400000">
            <a:off x="2764824" y="1181755"/>
            <a:ext cx="1060200" cy="918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4"/>
          <p:cNvSpPr/>
          <p:nvPr/>
        </p:nvSpPr>
        <p:spPr>
          <a:xfrm flipH="1" rot="-5400000">
            <a:off x="2824475" y="1233526"/>
            <a:ext cx="940800" cy="8145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4"/>
          <p:cNvSpPr txBox="1"/>
          <p:nvPr>
            <p:ph type="title"/>
          </p:nvPr>
        </p:nvSpPr>
        <p:spPr>
          <a:xfrm>
            <a:off x="720000" y="461875"/>
            <a:ext cx="77040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700"/>
              <a:t>Προεπεξεργασία &amp; Εξαγωγή </a:t>
            </a:r>
            <a:endParaRPr sz="2700"/>
          </a:p>
        </p:txBody>
      </p:sp>
      <p:sp>
        <p:nvSpPr>
          <p:cNvPr id="1188" name="Google Shape;1188;p4"/>
          <p:cNvSpPr/>
          <p:nvPr/>
        </p:nvSpPr>
        <p:spPr>
          <a:xfrm rot="5400000">
            <a:off x="5322169" y="1177855"/>
            <a:ext cx="1060200" cy="918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9" name="Google Shape;1189;p4"/>
          <p:cNvGrpSpPr/>
          <p:nvPr/>
        </p:nvGrpSpPr>
        <p:grpSpPr>
          <a:xfrm>
            <a:off x="3815797" y="2114031"/>
            <a:ext cx="1512456" cy="1512455"/>
            <a:chOff x="3815797" y="2114031"/>
            <a:chExt cx="1512456" cy="1512455"/>
          </a:xfrm>
        </p:grpSpPr>
        <p:grpSp>
          <p:nvGrpSpPr>
            <p:cNvPr id="1190" name="Google Shape;1190;p4"/>
            <p:cNvGrpSpPr/>
            <p:nvPr/>
          </p:nvGrpSpPr>
          <p:grpSpPr>
            <a:xfrm>
              <a:off x="3815797" y="2114031"/>
              <a:ext cx="1512456" cy="1512455"/>
              <a:chOff x="3815797" y="2114031"/>
              <a:chExt cx="1512456" cy="1512455"/>
            </a:xfrm>
          </p:grpSpPr>
          <p:sp>
            <p:nvSpPr>
              <p:cNvPr id="1191" name="Google Shape;1191;p4"/>
              <p:cNvSpPr/>
              <p:nvPr/>
            </p:nvSpPr>
            <p:spPr>
              <a:xfrm rot="-7978638">
                <a:off x="4037016" y="2335125"/>
                <a:ext cx="1069812" cy="1069812"/>
              </a:xfrm>
              <a:prstGeom prst="blockArc">
                <a:avLst>
                  <a:gd fmla="val 10800000" name="adj1"/>
                  <a:gd fmla="val 13332566" name="adj2"/>
                  <a:gd fmla="val 45248" name="adj3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2" name="Google Shape;1192;p4"/>
              <p:cNvSpPr/>
              <p:nvPr/>
            </p:nvSpPr>
            <p:spPr>
              <a:xfrm rot="-10660135">
                <a:off x="4037280" y="2335506"/>
                <a:ext cx="1069485" cy="1069485"/>
              </a:xfrm>
              <a:prstGeom prst="blockArc">
                <a:avLst>
                  <a:gd fmla="val 10800000" name="adj1"/>
                  <a:gd fmla="val 13332566" name="adj2"/>
                  <a:gd fmla="val 45248" name="adj3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3" name="Google Shape;1193;p4"/>
              <p:cNvSpPr/>
              <p:nvPr/>
            </p:nvSpPr>
            <p:spPr>
              <a:xfrm rot="-2578638">
                <a:off x="4037347" y="2335249"/>
                <a:ext cx="1069812" cy="1069812"/>
              </a:xfrm>
              <a:prstGeom prst="blockArc">
                <a:avLst>
                  <a:gd fmla="val 10800000" name="adj1"/>
                  <a:gd fmla="val 13332566" name="adj2"/>
                  <a:gd fmla="val 45248" name="adj3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4" name="Google Shape;1194;p4"/>
              <p:cNvSpPr/>
              <p:nvPr/>
            </p:nvSpPr>
            <p:spPr>
              <a:xfrm rot="-5260135">
                <a:off x="4037293" y="2335513"/>
                <a:ext cx="1069485" cy="1069485"/>
              </a:xfrm>
              <a:prstGeom prst="blockArc">
                <a:avLst>
                  <a:gd fmla="val 10800000" name="adj1"/>
                  <a:gd fmla="val 13332566" name="adj2"/>
                  <a:gd fmla="val 45248" name="adj3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5" name="Google Shape;1195;p4"/>
              <p:cNvSpPr/>
              <p:nvPr/>
            </p:nvSpPr>
            <p:spPr>
              <a:xfrm rot="8221362">
                <a:off x="4036891" y="2335456"/>
                <a:ext cx="1069812" cy="1069812"/>
              </a:xfrm>
              <a:prstGeom prst="blockArc">
                <a:avLst>
                  <a:gd fmla="val 10800000" name="adj1"/>
                  <a:gd fmla="val 13332566" name="adj2"/>
                  <a:gd fmla="val 45248" name="adj3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6" name="Google Shape;1196;p4"/>
              <p:cNvSpPr/>
              <p:nvPr/>
            </p:nvSpPr>
            <p:spPr>
              <a:xfrm rot="5539865">
                <a:off x="4037272" y="2335519"/>
                <a:ext cx="1069485" cy="1069485"/>
              </a:xfrm>
              <a:prstGeom prst="blockArc">
                <a:avLst>
                  <a:gd fmla="val 10800000" name="adj1"/>
                  <a:gd fmla="val 13332566" name="adj2"/>
                  <a:gd fmla="val 45248" name="adj3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7" name="Google Shape;1197;p4"/>
              <p:cNvSpPr/>
              <p:nvPr/>
            </p:nvSpPr>
            <p:spPr>
              <a:xfrm rot="2821362">
                <a:off x="4037222" y="2335580"/>
                <a:ext cx="1069812" cy="1069812"/>
              </a:xfrm>
              <a:prstGeom prst="blockArc">
                <a:avLst>
                  <a:gd fmla="val 10800000" name="adj1"/>
                  <a:gd fmla="val 13332566" name="adj2"/>
                  <a:gd fmla="val 45248" name="adj3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8" name="Google Shape;1198;p4"/>
              <p:cNvSpPr/>
              <p:nvPr/>
            </p:nvSpPr>
            <p:spPr>
              <a:xfrm rot="139865">
                <a:off x="4037285" y="2335526"/>
                <a:ext cx="1069485" cy="1069485"/>
              </a:xfrm>
              <a:prstGeom prst="blockArc">
                <a:avLst>
                  <a:gd fmla="val 10800000" name="adj1"/>
                  <a:gd fmla="val 13332566" name="adj2"/>
                  <a:gd fmla="val 45248" name="adj3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99" name="Google Shape;1199;p4"/>
            <p:cNvSpPr/>
            <p:nvPr/>
          </p:nvSpPr>
          <p:spPr>
            <a:xfrm>
              <a:off x="4172701" y="2470872"/>
              <a:ext cx="798300" cy="798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0" name="Google Shape;1200;p4"/>
          <p:cNvSpPr txBox="1"/>
          <p:nvPr/>
        </p:nvSpPr>
        <p:spPr>
          <a:xfrm>
            <a:off x="3877200" y="2702634"/>
            <a:ext cx="1389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Data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201" name="Google Shape;1201;p4"/>
          <p:cNvSpPr/>
          <p:nvPr/>
        </p:nvSpPr>
        <p:spPr>
          <a:xfrm rot="5400000">
            <a:off x="5784303" y="2003262"/>
            <a:ext cx="1060200" cy="918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4"/>
          <p:cNvSpPr/>
          <p:nvPr/>
        </p:nvSpPr>
        <p:spPr>
          <a:xfrm rot="5400000">
            <a:off x="5328844" y="2830988"/>
            <a:ext cx="1060200" cy="918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4"/>
          <p:cNvSpPr txBox="1"/>
          <p:nvPr/>
        </p:nvSpPr>
        <p:spPr>
          <a:xfrm>
            <a:off x="6879658" y="4129587"/>
            <a:ext cx="1554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04" name="Google Shape;1204;p4"/>
          <p:cNvGrpSpPr/>
          <p:nvPr/>
        </p:nvGrpSpPr>
        <p:grpSpPr>
          <a:xfrm>
            <a:off x="6414691" y="1339412"/>
            <a:ext cx="2502908" cy="594863"/>
            <a:chOff x="6414691" y="1339412"/>
            <a:chExt cx="2502908" cy="594863"/>
          </a:xfrm>
        </p:grpSpPr>
        <p:sp>
          <p:nvSpPr>
            <p:cNvPr id="1205" name="Google Shape;1205;p4"/>
            <p:cNvSpPr txBox="1"/>
            <p:nvPr/>
          </p:nvSpPr>
          <p:spPr>
            <a:xfrm>
              <a:off x="6414691" y="1339412"/>
              <a:ext cx="15549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Stage 10</a:t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206" name="Google Shape;1206;p4"/>
            <p:cNvSpPr txBox="1"/>
            <p:nvPr/>
          </p:nvSpPr>
          <p:spPr>
            <a:xfrm>
              <a:off x="6414699" y="1649575"/>
              <a:ext cx="25029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Νυχτερινή κατανάλωση</a:t>
              </a:r>
              <a:endPara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07" name="Google Shape;1207;p4"/>
          <p:cNvGrpSpPr/>
          <p:nvPr/>
        </p:nvGrpSpPr>
        <p:grpSpPr>
          <a:xfrm>
            <a:off x="6414670" y="2992095"/>
            <a:ext cx="2234707" cy="611305"/>
            <a:chOff x="6414670" y="2992745"/>
            <a:chExt cx="2234707" cy="611305"/>
          </a:xfrm>
        </p:grpSpPr>
        <p:sp>
          <p:nvSpPr>
            <p:cNvPr id="1208" name="Google Shape;1208;p4"/>
            <p:cNvSpPr txBox="1"/>
            <p:nvPr/>
          </p:nvSpPr>
          <p:spPr>
            <a:xfrm>
              <a:off x="6414670" y="2992745"/>
              <a:ext cx="15549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Stage 14</a:t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209" name="Google Shape;1209;p4"/>
            <p:cNvSpPr txBox="1"/>
            <p:nvPr/>
          </p:nvSpPr>
          <p:spPr>
            <a:xfrm>
              <a:off x="6430577" y="3319350"/>
              <a:ext cx="22188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Έλεγχος συνέπειας</a:t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10" name="Google Shape;1210;p4"/>
          <p:cNvGrpSpPr/>
          <p:nvPr/>
        </p:nvGrpSpPr>
        <p:grpSpPr>
          <a:xfrm>
            <a:off x="6879649" y="2166729"/>
            <a:ext cx="1769400" cy="592921"/>
            <a:chOff x="6879649" y="2168029"/>
            <a:chExt cx="1769400" cy="592921"/>
          </a:xfrm>
        </p:grpSpPr>
        <p:sp>
          <p:nvSpPr>
            <p:cNvPr id="1211" name="Google Shape;1211;p4"/>
            <p:cNvSpPr txBox="1"/>
            <p:nvPr/>
          </p:nvSpPr>
          <p:spPr>
            <a:xfrm>
              <a:off x="6879658" y="2168029"/>
              <a:ext cx="15549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Stage 12</a:t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212" name="Google Shape;1212;p4"/>
            <p:cNvSpPr txBox="1"/>
            <p:nvPr/>
          </p:nvSpPr>
          <p:spPr>
            <a:xfrm>
              <a:off x="6879649" y="2476250"/>
              <a:ext cx="17694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Κατανάλωση ΣΚ</a:t>
              </a:r>
              <a:endPara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13" name="Google Shape;1213;p4"/>
          <p:cNvSpPr/>
          <p:nvPr/>
        </p:nvSpPr>
        <p:spPr>
          <a:xfrm flipH="1" rot="-5400000">
            <a:off x="4687743" y="3983340"/>
            <a:ext cx="1060200" cy="918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4"/>
          <p:cNvSpPr/>
          <p:nvPr/>
        </p:nvSpPr>
        <p:spPr>
          <a:xfrm flipH="1" rot="-5400000">
            <a:off x="2302690" y="2007162"/>
            <a:ext cx="1060200" cy="918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4"/>
          <p:cNvSpPr/>
          <p:nvPr/>
        </p:nvSpPr>
        <p:spPr>
          <a:xfrm flipH="1" rot="-5400000">
            <a:off x="2758150" y="2834888"/>
            <a:ext cx="1060200" cy="9180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6" name="Google Shape;1216;p4"/>
          <p:cNvGrpSpPr/>
          <p:nvPr/>
        </p:nvGrpSpPr>
        <p:grpSpPr>
          <a:xfrm>
            <a:off x="2584600" y="4144912"/>
            <a:ext cx="2077511" cy="594863"/>
            <a:chOff x="190025" y="3823312"/>
            <a:chExt cx="2077511" cy="594863"/>
          </a:xfrm>
        </p:grpSpPr>
        <p:sp>
          <p:nvSpPr>
            <p:cNvPr id="1217" name="Google Shape;1217;p4"/>
            <p:cNvSpPr txBox="1"/>
            <p:nvPr/>
          </p:nvSpPr>
          <p:spPr>
            <a:xfrm flipH="1">
              <a:off x="712636" y="3823312"/>
              <a:ext cx="15549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Stage 15</a:t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218" name="Google Shape;1218;p4"/>
            <p:cNvSpPr txBox="1"/>
            <p:nvPr/>
          </p:nvSpPr>
          <p:spPr>
            <a:xfrm flipH="1">
              <a:off x="190025" y="4133475"/>
              <a:ext cx="20775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Αποθήκευση αρχείου</a:t>
              </a:r>
              <a:endPara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19" name="Google Shape;1219;p4"/>
          <p:cNvGrpSpPr/>
          <p:nvPr/>
        </p:nvGrpSpPr>
        <p:grpSpPr>
          <a:xfrm>
            <a:off x="383200" y="1343312"/>
            <a:ext cx="2349302" cy="594863"/>
            <a:chOff x="383200" y="1343312"/>
            <a:chExt cx="2349302" cy="594863"/>
          </a:xfrm>
        </p:grpSpPr>
        <p:sp>
          <p:nvSpPr>
            <p:cNvPr id="1220" name="Google Shape;1220;p4"/>
            <p:cNvSpPr txBox="1"/>
            <p:nvPr/>
          </p:nvSpPr>
          <p:spPr>
            <a:xfrm flipH="1">
              <a:off x="1177602" y="1343312"/>
              <a:ext cx="15549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Stage 09</a:t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221" name="Google Shape;1221;p4"/>
            <p:cNvSpPr txBox="1"/>
            <p:nvPr/>
          </p:nvSpPr>
          <p:spPr>
            <a:xfrm flipH="1">
              <a:off x="383200" y="1653475"/>
              <a:ext cx="23493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Daily &amp; Weekend feature</a:t>
              </a:r>
              <a:endPara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2" name="Google Shape;1222;p4"/>
          <p:cNvGrpSpPr/>
          <p:nvPr/>
        </p:nvGrpSpPr>
        <p:grpSpPr>
          <a:xfrm>
            <a:off x="655026" y="2996645"/>
            <a:ext cx="2077500" cy="594880"/>
            <a:chOff x="655026" y="2996645"/>
            <a:chExt cx="2077500" cy="594880"/>
          </a:xfrm>
        </p:grpSpPr>
        <p:sp>
          <p:nvSpPr>
            <p:cNvPr id="1223" name="Google Shape;1223;p4"/>
            <p:cNvSpPr txBox="1"/>
            <p:nvPr/>
          </p:nvSpPr>
          <p:spPr>
            <a:xfrm flipH="1">
              <a:off x="1177623" y="2996645"/>
              <a:ext cx="15549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Stage 13</a:t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224" name="Google Shape;1224;p4"/>
            <p:cNvSpPr txBox="1"/>
            <p:nvPr/>
          </p:nvSpPr>
          <p:spPr>
            <a:xfrm flipH="1">
              <a:off x="655026" y="3306825"/>
              <a:ext cx="20775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Ορισμός εποχών</a:t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5" name="Google Shape;1225;p4"/>
          <p:cNvGrpSpPr/>
          <p:nvPr/>
        </p:nvGrpSpPr>
        <p:grpSpPr>
          <a:xfrm>
            <a:off x="48725" y="2168029"/>
            <a:ext cx="2218811" cy="596821"/>
            <a:chOff x="48725" y="2168029"/>
            <a:chExt cx="2218811" cy="596821"/>
          </a:xfrm>
        </p:grpSpPr>
        <p:sp>
          <p:nvSpPr>
            <p:cNvPr id="1226" name="Google Shape;1226;p4"/>
            <p:cNvSpPr txBox="1"/>
            <p:nvPr/>
          </p:nvSpPr>
          <p:spPr>
            <a:xfrm flipH="1">
              <a:off x="712636" y="2168029"/>
              <a:ext cx="15549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Stage 11</a:t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227" name="Google Shape;1227;p4"/>
            <p:cNvSpPr txBox="1"/>
            <p:nvPr/>
          </p:nvSpPr>
          <p:spPr>
            <a:xfrm flipH="1">
              <a:off x="48725" y="2480150"/>
              <a:ext cx="22188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Peak hour power </a:t>
              </a:r>
              <a:endPara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8" name="Google Shape;1228;p4"/>
          <p:cNvGrpSpPr/>
          <p:nvPr/>
        </p:nvGrpSpPr>
        <p:grpSpPr>
          <a:xfrm>
            <a:off x="3123685" y="1452698"/>
            <a:ext cx="332044" cy="376098"/>
            <a:chOff x="1547035" y="1402448"/>
            <a:chExt cx="332044" cy="376098"/>
          </a:xfrm>
        </p:grpSpPr>
        <p:sp>
          <p:nvSpPr>
            <p:cNvPr id="1229" name="Google Shape;1229;p4"/>
            <p:cNvSpPr/>
            <p:nvPr/>
          </p:nvSpPr>
          <p:spPr>
            <a:xfrm>
              <a:off x="1547035" y="1691862"/>
              <a:ext cx="332017" cy="86684"/>
            </a:xfrm>
            <a:custGeom>
              <a:rect b="b" l="l" r="r" t="t"/>
              <a:pathLst>
                <a:path extrusionOk="0" h="3168" w="12134">
                  <a:moveTo>
                    <a:pt x="7893" y="806"/>
                  </a:moveTo>
                  <a:lnTo>
                    <a:pt x="7893" y="2362"/>
                  </a:lnTo>
                  <a:lnTo>
                    <a:pt x="806" y="2362"/>
                  </a:lnTo>
                  <a:lnTo>
                    <a:pt x="806" y="806"/>
                  </a:lnTo>
                  <a:close/>
                  <a:moveTo>
                    <a:pt x="11328" y="806"/>
                  </a:moveTo>
                  <a:lnTo>
                    <a:pt x="11328" y="2362"/>
                  </a:lnTo>
                  <a:lnTo>
                    <a:pt x="8672" y="2362"/>
                  </a:lnTo>
                  <a:lnTo>
                    <a:pt x="8672" y="806"/>
                  </a:lnTo>
                  <a:close/>
                  <a:moveTo>
                    <a:pt x="0" y="1"/>
                  </a:moveTo>
                  <a:lnTo>
                    <a:pt x="0" y="3168"/>
                  </a:lnTo>
                  <a:lnTo>
                    <a:pt x="12133" y="3168"/>
                  </a:lnTo>
                  <a:lnTo>
                    <a:pt x="121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4"/>
            <p:cNvSpPr/>
            <p:nvPr/>
          </p:nvSpPr>
          <p:spPr>
            <a:xfrm>
              <a:off x="1547035" y="1402448"/>
              <a:ext cx="332044" cy="267414"/>
            </a:xfrm>
            <a:custGeom>
              <a:rect b="b" l="l" r="r" t="t"/>
              <a:pathLst>
                <a:path extrusionOk="0" h="9773" w="12135">
                  <a:moveTo>
                    <a:pt x="11328" y="806"/>
                  </a:moveTo>
                  <a:lnTo>
                    <a:pt x="11328" y="5746"/>
                  </a:lnTo>
                  <a:lnTo>
                    <a:pt x="806" y="5746"/>
                  </a:lnTo>
                  <a:lnTo>
                    <a:pt x="806" y="806"/>
                  </a:lnTo>
                  <a:close/>
                  <a:moveTo>
                    <a:pt x="11328" y="6551"/>
                  </a:moveTo>
                  <a:lnTo>
                    <a:pt x="11328" y="7356"/>
                  </a:lnTo>
                  <a:lnTo>
                    <a:pt x="806" y="7356"/>
                  </a:lnTo>
                  <a:lnTo>
                    <a:pt x="806" y="6551"/>
                  </a:lnTo>
                  <a:close/>
                  <a:moveTo>
                    <a:pt x="6837" y="8162"/>
                  </a:moveTo>
                  <a:lnTo>
                    <a:pt x="6940" y="8672"/>
                  </a:lnTo>
                  <a:cubicBezTo>
                    <a:pt x="6960" y="8775"/>
                    <a:pt x="6992" y="8874"/>
                    <a:pt x="7034" y="8967"/>
                  </a:cubicBezTo>
                  <a:lnTo>
                    <a:pt x="5100" y="8967"/>
                  </a:lnTo>
                  <a:cubicBezTo>
                    <a:pt x="5142" y="8874"/>
                    <a:pt x="5174" y="8775"/>
                    <a:pt x="5196" y="8672"/>
                  </a:cubicBezTo>
                  <a:lnTo>
                    <a:pt x="5297" y="8162"/>
                  </a:lnTo>
                  <a:close/>
                  <a:moveTo>
                    <a:pt x="0" y="1"/>
                  </a:moveTo>
                  <a:lnTo>
                    <a:pt x="0" y="8162"/>
                  </a:lnTo>
                  <a:lnTo>
                    <a:pt x="4476" y="8162"/>
                  </a:lnTo>
                  <a:lnTo>
                    <a:pt x="4406" y="8513"/>
                  </a:lnTo>
                  <a:cubicBezTo>
                    <a:pt x="4352" y="8776"/>
                    <a:pt x="4120" y="8967"/>
                    <a:pt x="3853" y="8967"/>
                  </a:cubicBezTo>
                  <a:lnTo>
                    <a:pt x="2417" y="8967"/>
                  </a:lnTo>
                  <a:lnTo>
                    <a:pt x="2417" y="9773"/>
                  </a:lnTo>
                  <a:lnTo>
                    <a:pt x="9719" y="9773"/>
                  </a:lnTo>
                  <a:lnTo>
                    <a:pt x="9719" y="8967"/>
                  </a:lnTo>
                  <a:lnTo>
                    <a:pt x="8282" y="8967"/>
                  </a:lnTo>
                  <a:cubicBezTo>
                    <a:pt x="8014" y="8967"/>
                    <a:pt x="7782" y="8776"/>
                    <a:pt x="7730" y="8513"/>
                  </a:cubicBezTo>
                  <a:lnTo>
                    <a:pt x="7659" y="8162"/>
                  </a:lnTo>
                  <a:lnTo>
                    <a:pt x="12135" y="8162"/>
                  </a:lnTo>
                  <a:lnTo>
                    <a:pt x="12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1" name="Google Shape;1231;p4"/>
          <p:cNvSpPr/>
          <p:nvPr/>
        </p:nvSpPr>
        <p:spPr>
          <a:xfrm>
            <a:off x="5029783" y="4303623"/>
            <a:ext cx="376152" cy="311495"/>
          </a:xfrm>
          <a:custGeom>
            <a:rect b="b" l="l" r="r" t="t"/>
            <a:pathLst>
              <a:path extrusionOk="0" h="11384" w="13747">
                <a:moveTo>
                  <a:pt x="12135" y="806"/>
                </a:moveTo>
                <a:lnTo>
                  <a:pt x="12135" y="7356"/>
                </a:lnTo>
                <a:lnTo>
                  <a:pt x="1612" y="7356"/>
                </a:lnTo>
                <a:lnTo>
                  <a:pt x="1612" y="806"/>
                </a:lnTo>
                <a:close/>
                <a:moveTo>
                  <a:pt x="12289" y="8162"/>
                </a:moveTo>
                <a:lnTo>
                  <a:pt x="12692" y="8967"/>
                </a:lnTo>
                <a:lnTo>
                  <a:pt x="1055" y="8967"/>
                </a:lnTo>
                <a:lnTo>
                  <a:pt x="1459" y="8162"/>
                </a:lnTo>
                <a:close/>
                <a:moveTo>
                  <a:pt x="4611" y="9773"/>
                </a:moveTo>
                <a:lnTo>
                  <a:pt x="5015" y="10578"/>
                </a:lnTo>
                <a:lnTo>
                  <a:pt x="806" y="10578"/>
                </a:lnTo>
                <a:lnTo>
                  <a:pt x="806" y="9773"/>
                </a:lnTo>
                <a:close/>
                <a:moveTo>
                  <a:pt x="8235" y="9773"/>
                </a:moveTo>
                <a:lnTo>
                  <a:pt x="7833" y="10578"/>
                </a:lnTo>
                <a:lnTo>
                  <a:pt x="5914" y="10578"/>
                </a:lnTo>
                <a:lnTo>
                  <a:pt x="5512" y="9773"/>
                </a:lnTo>
                <a:close/>
                <a:moveTo>
                  <a:pt x="12941" y="9773"/>
                </a:moveTo>
                <a:lnTo>
                  <a:pt x="12941" y="10578"/>
                </a:lnTo>
                <a:lnTo>
                  <a:pt x="8732" y="10578"/>
                </a:lnTo>
                <a:lnTo>
                  <a:pt x="9136" y="9773"/>
                </a:lnTo>
                <a:close/>
                <a:moveTo>
                  <a:pt x="806" y="1"/>
                </a:moveTo>
                <a:lnTo>
                  <a:pt x="806" y="7664"/>
                </a:lnTo>
                <a:lnTo>
                  <a:pt x="1" y="9275"/>
                </a:lnTo>
                <a:lnTo>
                  <a:pt x="1" y="11383"/>
                </a:lnTo>
                <a:lnTo>
                  <a:pt x="13746" y="11383"/>
                </a:lnTo>
                <a:lnTo>
                  <a:pt x="13746" y="9275"/>
                </a:lnTo>
                <a:lnTo>
                  <a:pt x="12941" y="7664"/>
                </a:lnTo>
                <a:lnTo>
                  <a:pt x="1294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2" name="Google Shape;1232;p4"/>
          <p:cNvGrpSpPr/>
          <p:nvPr/>
        </p:nvGrpSpPr>
        <p:grpSpPr>
          <a:xfrm>
            <a:off x="2644754" y="2368131"/>
            <a:ext cx="376098" cy="198378"/>
            <a:chOff x="2351629" y="1496493"/>
            <a:chExt cx="376098" cy="198378"/>
          </a:xfrm>
        </p:grpSpPr>
        <p:sp>
          <p:nvSpPr>
            <p:cNvPr id="1233" name="Google Shape;1233;p4"/>
            <p:cNvSpPr/>
            <p:nvPr/>
          </p:nvSpPr>
          <p:spPr>
            <a:xfrm>
              <a:off x="2351629" y="1496493"/>
              <a:ext cx="376098" cy="198378"/>
            </a:xfrm>
            <a:custGeom>
              <a:rect b="b" l="l" r="r" t="t"/>
              <a:pathLst>
                <a:path extrusionOk="0" h="7250" w="13745">
                  <a:moveTo>
                    <a:pt x="12939" y="806"/>
                  </a:moveTo>
                  <a:lnTo>
                    <a:pt x="12939" y="6444"/>
                  </a:lnTo>
                  <a:lnTo>
                    <a:pt x="806" y="6444"/>
                  </a:lnTo>
                  <a:lnTo>
                    <a:pt x="806" y="806"/>
                  </a:lnTo>
                  <a:close/>
                  <a:moveTo>
                    <a:pt x="0" y="1"/>
                  </a:moveTo>
                  <a:lnTo>
                    <a:pt x="0" y="7249"/>
                  </a:lnTo>
                  <a:lnTo>
                    <a:pt x="13744" y="7249"/>
                  </a:lnTo>
                  <a:lnTo>
                    <a:pt x="137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4"/>
            <p:cNvSpPr/>
            <p:nvPr/>
          </p:nvSpPr>
          <p:spPr>
            <a:xfrm>
              <a:off x="2616772" y="1628736"/>
              <a:ext cx="22054" cy="22054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5"/>
                  </a:lnTo>
                  <a:lnTo>
                    <a:pt x="806" y="805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4"/>
            <p:cNvSpPr/>
            <p:nvPr/>
          </p:nvSpPr>
          <p:spPr>
            <a:xfrm>
              <a:off x="2528664" y="1584655"/>
              <a:ext cx="22054" cy="22054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4"/>
            <p:cNvSpPr/>
            <p:nvPr/>
          </p:nvSpPr>
          <p:spPr>
            <a:xfrm>
              <a:off x="2572691" y="1584655"/>
              <a:ext cx="22082" cy="22054"/>
            </a:xfrm>
            <a:custGeom>
              <a:rect b="b" l="l" r="r" t="t"/>
              <a:pathLst>
                <a:path extrusionOk="0" h="806" w="807">
                  <a:moveTo>
                    <a:pt x="1" y="0"/>
                  </a:moveTo>
                  <a:lnTo>
                    <a:pt x="1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4"/>
            <p:cNvSpPr/>
            <p:nvPr/>
          </p:nvSpPr>
          <p:spPr>
            <a:xfrm>
              <a:off x="2484583" y="1584655"/>
              <a:ext cx="22054" cy="22054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4"/>
            <p:cNvSpPr/>
            <p:nvPr/>
          </p:nvSpPr>
          <p:spPr>
            <a:xfrm>
              <a:off x="2440502" y="1628736"/>
              <a:ext cx="22082" cy="22054"/>
            </a:xfrm>
            <a:custGeom>
              <a:rect b="b" l="l" r="r" t="t"/>
              <a:pathLst>
                <a:path extrusionOk="0" h="806" w="807">
                  <a:moveTo>
                    <a:pt x="1" y="0"/>
                  </a:moveTo>
                  <a:lnTo>
                    <a:pt x="1" y="805"/>
                  </a:lnTo>
                  <a:lnTo>
                    <a:pt x="806" y="805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4"/>
            <p:cNvSpPr/>
            <p:nvPr/>
          </p:nvSpPr>
          <p:spPr>
            <a:xfrm>
              <a:off x="2440502" y="1584655"/>
              <a:ext cx="22082" cy="22054"/>
            </a:xfrm>
            <a:custGeom>
              <a:rect b="b" l="l" r="r" t="t"/>
              <a:pathLst>
                <a:path extrusionOk="0" h="806" w="807">
                  <a:moveTo>
                    <a:pt x="1" y="0"/>
                  </a:moveTo>
                  <a:lnTo>
                    <a:pt x="1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4"/>
            <p:cNvSpPr/>
            <p:nvPr/>
          </p:nvSpPr>
          <p:spPr>
            <a:xfrm>
              <a:off x="2396421" y="1584655"/>
              <a:ext cx="22082" cy="22054"/>
            </a:xfrm>
            <a:custGeom>
              <a:rect b="b" l="l" r="r" t="t"/>
              <a:pathLst>
                <a:path extrusionOk="0" h="806" w="807">
                  <a:moveTo>
                    <a:pt x="1" y="0"/>
                  </a:moveTo>
                  <a:lnTo>
                    <a:pt x="1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4"/>
            <p:cNvSpPr/>
            <p:nvPr/>
          </p:nvSpPr>
          <p:spPr>
            <a:xfrm>
              <a:off x="2616772" y="1584655"/>
              <a:ext cx="22054" cy="22054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4"/>
            <p:cNvSpPr/>
            <p:nvPr/>
          </p:nvSpPr>
          <p:spPr>
            <a:xfrm>
              <a:off x="2660853" y="1584655"/>
              <a:ext cx="22054" cy="22054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4"/>
            <p:cNvSpPr/>
            <p:nvPr/>
          </p:nvSpPr>
          <p:spPr>
            <a:xfrm>
              <a:off x="2528664" y="1540574"/>
              <a:ext cx="22054" cy="22054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4"/>
            <p:cNvSpPr/>
            <p:nvPr/>
          </p:nvSpPr>
          <p:spPr>
            <a:xfrm>
              <a:off x="2572691" y="1540574"/>
              <a:ext cx="22082" cy="22054"/>
            </a:xfrm>
            <a:custGeom>
              <a:rect b="b" l="l" r="r" t="t"/>
              <a:pathLst>
                <a:path extrusionOk="0" h="806" w="807">
                  <a:moveTo>
                    <a:pt x="1" y="0"/>
                  </a:moveTo>
                  <a:lnTo>
                    <a:pt x="1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4"/>
            <p:cNvSpPr/>
            <p:nvPr/>
          </p:nvSpPr>
          <p:spPr>
            <a:xfrm>
              <a:off x="2484583" y="1540574"/>
              <a:ext cx="22054" cy="22054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4"/>
            <p:cNvSpPr/>
            <p:nvPr/>
          </p:nvSpPr>
          <p:spPr>
            <a:xfrm>
              <a:off x="2440502" y="1540574"/>
              <a:ext cx="22082" cy="22054"/>
            </a:xfrm>
            <a:custGeom>
              <a:rect b="b" l="l" r="r" t="t"/>
              <a:pathLst>
                <a:path extrusionOk="0" h="806" w="807">
                  <a:moveTo>
                    <a:pt x="1" y="0"/>
                  </a:moveTo>
                  <a:lnTo>
                    <a:pt x="1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4"/>
            <p:cNvSpPr/>
            <p:nvPr/>
          </p:nvSpPr>
          <p:spPr>
            <a:xfrm>
              <a:off x="2396421" y="1540574"/>
              <a:ext cx="22082" cy="22054"/>
            </a:xfrm>
            <a:custGeom>
              <a:rect b="b" l="l" r="r" t="t"/>
              <a:pathLst>
                <a:path extrusionOk="0" h="806" w="807">
                  <a:moveTo>
                    <a:pt x="1" y="0"/>
                  </a:moveTo>
                  <a:lnTo>
                    <a:pt x="1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4"/>
            <p:cNvSpPr/>
            <p:nvPr/>
          </p:nvSpPr>
          <p:spPr>
            <a:xfrm>
              <a:off x="2616772" y="1540574"/>
              <a:ext cx="22054" cy="22054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4"/>
            <p:cNvSpPr/>
            <p:nvPr/>
          </p:nvSpPr>
          <p:spPr>
            <a:xfrm>
              <a:off x="2660853" y="1540574"/>
              <a:ext cx="22054" cy="22054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4"/>
            <p:cNvSpPr/>
            <p:nvPr/>
          </p:nvSpPr>
          <p:spPr>
            <a:xfrm>
              <a:off x="2484583" y="1628736"/>
              <a:ext cx="110189" cy="22054"/>
            </a:xfrm>
            <a:custGeom>
              <a:rect b="b" l="l" r="r" t="t"/>
              <a:pathLst>
                <a:path extrusionOk="0" h="806" w="4027">
                  <a:moveTo>
                    <a:pt x="0" y="0"/>
                  </a:moveTo>
                  <a:lnTo>
                    <a:pt x="0" y="805"/>
                  </a:lnTo>
                  <a:lnTo>
                    <a:pt x="4026" y="805"/>
                  </a:lnTo>
                  <a:lnTo>
                    <a:pt x="40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1" name="Google Shape;1251;p4"/>
          <p:cNvGrpSpPr/>
          <p:nvPr/>
        </p:nvGrpSpPr>
        <p:grpSpPr>
          <a:xfrm>
            <a:off x="5726739" y="3101498"/>
            <a:ext cx="264431" cy="376098"/>
            <a:chOff x="4838552" y="1402448"/>
            <a:chExt cx="264431" cy="376098"/>
          </a:xfrm>
        </p:grpSpPr>
        <p:sp>
          <p:nvSpPr>
            <p:cNvPr id="1252" name="Google Shape;1252;p4"/>
            <p:cNvSpPr/>
            <p:nvPr/>
          </p:nvSpPr>
          <p:spPr>
            <a:xfrm>
              <a:off x="4838552" y="1402448"/>
              <a:ext cx="264431" cy="376098"/>
            </a:xfrm>
            <a:custGeom>
              <a:rect b="b" l="l" r="r" t="t"/>
              <a:pathLst>
                <a:path extrusionOk="0" h="13745" w="9664">
                  <a:moveTo>
                    <a:pt x="1611" y="875"/>
                  </a:moveTo>
                  <a:lnTo>
                    <a:pt x="1611" y="7259"/>
                  </a:lnTo>
                  <a:cubicBezTo>
                    <a:pt x="1611" y="7784"/>
                    <a:pt x="1274" y="8231"/>
                    <a:pt x="806" y="8398"/>
                  </a:cubicBezTo>
                  <a:lnTo>
                    <a:pt x="806" y="2014"/>
                  </a:lnTo>
                  <a:cubicBezTo>
                    <a:pt x="806" y="1489"/>
                    <a:pt x="1142" y="1043"/>
                    <a:pt x="1611" y="875"/>
                  </a:cubicBezTo>
                  <a:close/>
                  <a:moveTo>
                    <a:pt x="8053" y="875"/>
                  </a:moveTo>
                  <a:cubicBezTo>
                    <a:pt x="8522" y="1043"/>
                    <a:pt x="8858" y="1489"/>
                    <a:pt x="8858" y="2014"/>
                  </a:cubicBezTo>
                  <a:lnTo>
                    <a:pt x="8858" y="8441"/>
                  </a:lnTo>
                  <a:cubicBezTo>
                    <a:pt x="8390" y="8276"/>
                    <a:pt x="8053" y="7827"/>
                    <a:pt x="8053" y="7303"/>
                  </a:cubicBezTo>
                  <a:lnTo>
                    <a:pt x="8053" y="875"/>
                  </a:lnTo>
                  <a:close/>
                  <a:moveTo>
                    <a:pt x="7248" y="806"/>
                  </a:moveTo>
                  <a:lnTo>
                    <a:pt x="7248" y="7303"/>
                  </a:lnTo>
                  <a:cubicBezTo>
                    <a:pt x="7248" y="8269"/>
                    <a:pt x="7932" y="9078"/>
                    <a:pt x="8843" y="9272"/>
                  </a:cubicBezTo>
                  <a:cubicBezTo>
                    <a:pt x="8759" y="10213"/>
                    <a:pt x="8350" y="11088"/>
                    <a:pt x="7666" y="11766"/>
                  </a:cubicBezTo>
                  <a:cubicBezTo>
                    <a:pt x="6903" y="12523"/>
                    <a:pt x="5898" y="12939"/>
                    <a:pt x="4833" y="12939"/>
                  </a:cubicBezTo>
                  <a:lnTo>
                    <a:pt x="4805" y="12939"/>
                  </a:lnTo>
                  <a:cubicBezTo>
                    <a:pt x="2719" y="12925"/>
                    <a:pt x="1001" y="11292"/>
                    <a:pt x="821" y="9227"/>
                  </a:cubicBezTo>
                  <a:cubicBezTo>
                    <a:pt x="1731" y="9035"/>
                    <a:pt x="2415" y="8225"/>
                    <a:pt x="2415" y="7258"/>
                  </a:cubicBezTo>
                  <a:lnTo>
                    <a:pt x="2415" y="806"/>
                  </a:lnTo>
                  <a:close/>
                  <a:moveTo>
                    <a:pt x="2013" y="1"/>
                  </a:moveTo>
                  <a:cubicBezTo>
                    <a:pt x="903" y="1"/>
                    <a:pt x="0" y="905"/>
                    <a:pt x="0" y="2014"/>
                  </a:cubicBezTo>
                  <a:lnTo>
                    <a:pt x="0" y="8869"/>
                  </a:lnTo>
                  <a:cubicBezTo>
                    <a:pt x="0" y="11541"/>
                    <a:pt x="2154" y="13728"/>
                    <a:pt x="4800" y="13745"/>
                  </a:cubicBezTo>
                  <a:lnTo>
                    <a:pt x="4833" y="13745"/>
                  </a:lnTo>
                  <a:cubicBezTo>
                    <a:pt x="6112" y="13745"/>
                    <a:pt x="7319" y="13246"/>
                    <a:pt x="8233" y="12338"/>
                  </a:cubicBezTo>
                  <a:cubicBezTo>
                    <a:pt x="9156" y="11421"/>
                    <a:pt x="9664" y="10205"/>
                    <a:pt x="9664" y="8914"/>
                  </a:cubicBezTo>
                  <a:lnTo>
                    <a:pt x="9664" y="2015"/>
                  </a:lnTo>
                  <a:cubicBezTo>
                    <a:pt x="9664" y="905"/>
                    <a:pt x="8761" y="1"/>
                    <a:pt x="7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4"/>
            <p:cNvSpPr/>
            <p:nvPr/>
          </p:nvSpPr>
          <p:spPr>
            <a:xfrm>
              <a:off x="4937686" y="1446529"/>
              <a:ext cx="66163" cy="155747"/>
            </a:xfrm>
            <a:custGeom>
              <a:rect b="b" l="l" r="r" t="t"/>
              <a:pathLst>
                <a:path extrusionOk="0" h="5692" w="2418">
                  <a:moveTo>
                    <a:pt x="1208" y="806"/>
                  </a:moveTo>
                  <a:cubicBezTo>
                    <a:pt x="1430" y="806"/>
                    <a:pt x="1612" y="986"/>
                    <a:pt x="1612" y="1208"/>
                  </a:cubicBezTo>
                  <a:lnTo>
                    <a:pt x="1612" y="2872"/>
                  </a:lnTo>
                  <a:cubicBezTo>
                    <a:pt x="1612" y="3094"/>
                    <a:pt x="1430" y="3276"/>
                    <a:pt x="1208" y="3276"/>
                  </a:cubicBezTo>
                  <a:cubicBezTo>
                    <a:pt x="988" y="3276"/>
                    <a:pt x="806" y="3094"/>
                    <a:pt x="806" y="2872"/>
                  </a:cubicBezTo>
                  <a:lnTo>
                    <a:pt x="806" y="1208"/>
                  </a:lnTo>
                  <a:cubicBezTo>
                    <a:pt x="806" y="986"/>
                    <a:pt x="986" y="806"/>
                    <a:pt x="1208" y="806"/>
                  </a:cubicBezTo>
                  <a:close/>
                  <a:moveTo>
                    <a:pt x="1612" y="4011"/>
                  </a:moveTo>
                  <a:lnTo>
                    <a:pt x="1612" y="4483"/>
                  </a:lnTo>
                  <a:cubicBezTo>
                    <a:pt x="1612" y="4705"/>
                    <a:pt x="1430" y="4887"/>
                    <a:pt x="1208" y="4887"/>
                  </a:cubicBezTo>
                  <a:cubicBezTo>
                    <a:pt x="988" y="4887"/>
                    <a:pt x="806" y="4705"/>
                    <a:pt x="806" y="4483"/>
                  </a:cubicBezTo>
                  <a:lnTo>
                    <a:pt x="806" y="4011"/>
                  </a:lnTo>
                  <a:cubicBezTo>
                    <a:pt x="933" y="4056"/>
                    <a:pt x="1068" y="4081"/>
                    <a:pt x="1208" y="4081"/>
                  </a:cubicBezTo>
                  <a:cubicBezTo>
                    <a:pt x="1350" y="4081"/>
                    <a:pt x="1485" y="4056"/>
                    <a:pt x="1612" y="4011"/>
                  </a:cubicBezTo>
                  <a:close/>
                  <a:moveTo>
                    <a:pt x="1208" y="1"/>
                  </a:moveTo>
                  <a:cubicBezTo>
                    <a:pt x="543" y="1"/>
                    <a:pt x="1" y="542"/>
                    <a:pt x="1" y="1208"/>
                  </a:cubicBezTo>
                  <a:lnTo>
                    <a:pt x="1" y="4483"/>
                  </a:lnTo>
                  <a:cubicBezTo>
                    <a:pt x="1" y="5149"/>
                    <a:pt x="543" y="5692"/>
                    <a:pt x="1208" y="5692"/>
                  </a:cubicBezTo>
                  <a:cubicBezTo>
                    <a:pt x="1875" y="5692"/>
                    <a:pt x="2417" y="5149"/>
                    <a:pt x="2417" y="4483"/>
                  </a:cubicBezTo>
                  <a:lnTo>
                    <a:pt x="2417" y="1208"/>
                  </a:lnTo>
                  <a:cubicBezTo>
                    <a:pt x="2417" y="543"/>
                    <a:pt x="1875" y="1"/>
                    <a:pt x="1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4" name="Google Shape;1254;p4"/>
          <p:cNvSpPr/>
          <p:nvPr/>
        </p:nvSpPr>
        <p:spPr>
          <a:xfrm>
            <a:off x="3100186" y="3143956"/>
            <a:ext cx="376125" cy="298990"/>
          </a:xfrm>
          <a:custGeom>
            <a:rect b="b" l="l" r="r" t="t"/>
            <a:pathLst>
              <a:path extrusionOk="0" h="10927" w="13746">
                <a:moveTo>
                  <a:pt x="12135" y="806"/>
                </a:moveTo>
                <a:cubicBezTo>
                  <a:pt x="12579" y="806"/>
                  <a:pt x="12940" y="1167"/>
                  <a:pt x="12940" y="1611"/>
                </a:cubicBezTo>
                <a:lnTo>
                  <a:pt x="12940" y="7705"/>
                </a:lnTo>
                <a:lnTo>
                  <a:pt x="807" y="7705"/>
                </a:lnTo>
                <a:lnTo>
                  <a:pt x="807" y="1611"/>
                </a:lnTo>
                <a:cubicBezTo>
                  <a:pt x="805" y="1167"/>
                  <a:pt x="1168" y="806"/>
                  <a:pt x="1611" y="806"/>
                </a:cubicBezTo>
                <a:close/>
                <a:moveTo>
                  <a:pt x="6470" y="8510"/>
                </a:moveTo>
                <a:lnTo>
                  <a:pt x="6470" y="10121"/>
                </a:lnTo>
                <a:lnTo>
                  <a:pt x="1612" y="10121"/>
                </a:lnTo>
                <a:cubicBezTo>
                  <a:pt x="1168" y="10121"/>
                  <a:pt x="805" y="9759"/>
                  <a:pt x="805" y="9315"/>
                </a:cubicBezTo>
                <a:lnTo>
                  <a:pt x="805" y="8510"/>
                </a:lnTo>
                <a:close/>
                <a:moveTo>
                  <a:pt x="12940" y="8510"/>
                </a:moveTo>
                <a:lnTo>
                  <a:pt x="12940" y="9315"/>
                </a:lnTo>
                <a:cubicBezTo>
                  <a:pt x="12940" y="9759"/>
                  <a:pt x="12579" y="10121"/>
                  <a:pt x="12135" y="10121"/>
                </a:cubicBezTo>
                <a:lnTo>
                  <a:pt x="7275" y="10121"/>
                </a:lnTo>
                <a:lnTo>
                  <a:pt x="7275" y="8510"/>
                </a:lnTo>
                <a:close/>
                <a:moveTo>
                  <a:pt x="1611" y="1"/>
                </a:moveTo>
                <a:cubicBezTo>
                  <a:pt x="723" y="1"/>
                  <a:pt x="0" y="723"/>
                  <a:pt x="0" y="1611"/>
                </a:cubicBezTo>
                <a:lnTo>
                  <a:pt x="0" y="9315"/>
                </a:lnTo>
                <a:cubicBezTo>
                  <a:pt x="0" y="10204"/>
                  <a:pt x="723" y="10926"/>
                  <a:pt x="1611" y="10926"/>
                </a:cubicBezTo>
                <a:lnTo>
                  <a:pt x="12135" y="10926"/>
                </a:lnTo>
                <a:cubicBezTo>
                  <a:pt x="13023" y="10926"/>
                  <a:pt x="13745" y="10204"/>
                  <a:pt x="13745" y="9315"/>
                </a:cubicBezTo>
                <a:lnTo>
                  <a:pt x="13745" y="1611"/>
                </a:lnTo>
                <a:cubicBezTo>
                  <a:pt x="13745" y="723"/>
                  <a:pt x="13023" y="1"/>
                  <a:pt x="1213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5" name="Google Shape;1255;p4"/>
          <p:cNvGrpSpPr/>
          <p:nvPr/>
        </p:nvGrpSpPr>
        <p:grpSpPr>
          <a:xfrm>
            <a:off x="6168923" y="2275373"/>
            <a:ext cx="310017" cy="376098"/>
            <a:chOff x="6437261" y="1402448"/>
            <a:chExt cx="310017" cy="376098"/>
          </a:xfrm>
        </p:grpSpPr>
        <p:sp>
          <p:nvSpPr>
            <p:cNvPr id="1256" name="Google Shape;1256;p4"/>
            <p:cNvSpPr/>
            <p:nvPr/>
          </p:nvSpPr>
          <p:spPr>
            <a:xfrm>
              <a:off x="6437261" y="1402448"/>
              <a:ext cx="310017" cy="376098"/>
            </a:xfrm>
            <a:custGeom>
              <a:rect b="b" l="l" r="r" t="t"/>
              <a:pathLst>
                <a:path extrusionOk="0" h="13745" w="11330">
                  <a:moveTo>
                    <a:pt x="10523" y="806"/>
                  </a:moveTo>
                  <a:lnTo>
                    <a:pt x="10523" y="9101"/>
                  </a:lnTo>
                  <a:lnTo>
                    <a:pt x="10524" y="9101"/>
                  </a:lnTo>
                  <a:lnTo>
                    <a:pt x="9366" y="9872"/>
                  </a:lnTo>
                  <a:lnTo>
                    <a:pt x="9230" y="10415"/>
                  </a:lnTo>
                  <a:lnTo>
                    <a:pt x="9227" y="10414"/>
                  </a:lnTo>
                  <a:cubicBezTo>
                    <a:pt x="9092" y="10953"/>
                    <a:pt x="8610" y="11329"/>
                    <a:pt x="8055" y="11329"/>
                  </a:cubicBezTo>
                  <a:lnTo>
                    <a:pt x="3274" y="11329"/>
                  </a:lnTo>
                  <a:cubicBezTo>
                    <a:pt x="2719" y="11329"/>
                    <a:pt x="2237" y="10953"/>
                    <a:pt x="2102" y="10414"/>
                  </a:cubicBezTo>
                  <a:lnTo>
                    <a:pt x="2099" y="10415"/>
                  </a:lnTo>
                  <a:lnTo>
                    <a:pt x="1964" y="9872"/>
                  </a:lnTo>
                  <a:lnTo>
                    <a:pt x="806" y="9101"/>
                  </a:lnTo>
                  <a:lnTo>
                    <a:pt x="806" y="806"/>
                  </a:lnTo>
                  <a:close/>
                  <a:moveTo>
                    <a:pt x="2490" y="11977"/>
                  </a:moveTo>
                  <a:cubicBezTo>
                    <a:pt x="2733" y="12078"/>
                    <a:pt x="2997" y="12135"/>
                    <a:pt x="3274" y="12135"/>
                  </a:cubicBezTo>
                  <a:lnTo>
                    <a:pt x="8055" y="12135"/>
                  </a:lnTo>
                  <a:cubicBezTo>
                    <a:pt x="8332" y="12135"/>
                    <a:pt x="8597" y="12078"/>
                    <a:pt x="8839" y="11977"/>
                  </a:cubicBezTo>
                  <a:lnTo>
                    <a:pt x="8839" y="11977"/>
                  </a:lnTo>
                  <a:lnTo>
                    <a:pt x="8828" y="12026"/>
                  </a:lnTo>
                  <a:cubicBezTo>
                    <a:pt x="8693" y="12564"/>
                    <a:pt x="8211" y="12939"/>
                    <a:pt x="7656" y="12939"/>
                  </a:cubicBezTo>
                  <a:lnTo>
                    <a:pt x="3675" y="12939"/>
                  </a:lnTo>
                  <a:cubicBezTo>
                    <a:pt x="3120" y="12939"/>
                    <a:pt x="2638" y="12564"/>
                    <a:pt x="2503" y="12024"/>
                  </a:cubicBezTo>
                  <a:lnTo>
                    <a:pt x="2490" y="11977"/>
                  </a:lnTo>
                  <a:close/>
                  <a:moveTo>
                    <a:pt x="1" y="1"/>
                  </a:moveTo>
                  <a:lnTo>
                    <a:pt x="1" y="9531"/>
                  </a:lnTo>
                  <a:lnTo>
                    <a:pt x="1259" y="10370"/>
                  </a:lnTo>
                  <a:lnTo>
                    <a:pt x="1721" y="12220"/>
                  </a:lnTo>
                  <a:cubicBezTo>
                    <a:pt x="1946" y="13118"/>
                    <a:pt x="2749" y="13745"/>
                    <a:pt x="3675" y="13745"/>
                  </a:cubicBezTo>
                  <a:lnTo>
                    <a:pt x="7656" y="13745"/>
                  </a:lnTo>
                  <a:cubicBezTo>
                    <a:pt x="8582" y="13745"/>
                    <a:pt x="9384" y="13118"/>
                    <a:pt x="9609" y="12220"/>
                  </a:cubicBezTo>
                  <a:lnTo>
                    <a:pt x="10072" y="10370"/>
                  </a:lnTo>
                  <a:lnTo>
                    <a:pt x="11330" y="9531"/>
                  </a:lnTo>
                  <a:lnTo>
                    <a:pt x="113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4"/>
            <p:cNvSpPr/>
            <p:nvPr/>
          </p:nvSpPr>
          <p:spPr>
            <a:xfrm>
              <a:off x="6481342" y="1446529"/>
              <a:ext cx="221855" cy="221883"/>
            </a:xfrm>
            <a:custGeom>
              <a:rect b="b" l="l" r="r" t="t"/>
              <a:pathLst>
                <a:path extrusionOk="0" h="8109" w="8108">
                  <a:moveTo>
                    <a:pt x="4054" y="806"/>
                  </a:moveTo>
                  <a:cubicBezTo>
                    <a:pt x="5845" y="806"/>
                    <a:pt x="7303" y="2264"/>
                    <a:pt x="7303" y="4054"/>
                  </a:cubicBezTo>
                  <a:cubicBezTo>
                    <a:pt x="7303" y="5845"/>
                    <a:pt x="5845" y="7303"/>
                    <a:pt x="4054" y="7303"/>
                  </a:cubicBezTo>
                  <a:cubicBezTo>
                    <a:pt x="2264" y="7303"/>
                    <a:pt x="806" y="5845"/>
                    <a:pt x="806" y="4054"/>
                  </a:cubicBezTo>
                  <a:cubicBezTo>
                    <a:pt x="806" y="2264"/>
                    <a:pt x="2264" y="806"/>
                    <a:pt x="4054" y="806"/>
                  </a:cubicBezTo>
                  <a:close/>
                  <a:moveTo>
                    <a:pt x="4054" y="1"/>
                  </a:moveTo>
                  <a:cubicBezTo>
                    <a:pt x="1819" y="1"/>
                    <a:pt x="1" y="1818"/>
                    <a:pt x="1" y="4054"/>
                  </a:cubicBezTo>
                  <a:cubicBezTo>
                    <a:pt x="1" y="6289"/>
                    <a:pt x="1819" y="8108"/>
                    <a:pt x="4054" y="8108"/>
                  </a:cubicBezTo>
                  <a:cubicBezTo>
                    <a:pt x="6289" y="8108"/>
                    <a:pt x="8108" y="6289"/>
                    <a:pt x="8108" y="4054"/>
                  </a:cubicBezTo>
                  <a:cubicBezTo>
                    <a:pt x="8108" y="1818"/>
                    <a:pt x="6289" y="1"/>
                    <a:pt x="40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4"/>
            <p:cNvSpPr/>
            <p:nvPr/>
          </p:nvSpPr>
          <p:spPr>
            <a:xfrm>
              <a:off x="6525423" y="1490610"/>
              <a:ext cx="133721" cy="133721"/>
            </a:xfrm>
            <a:custGeom>
              <a:rect b="b" l="l" r="r" t="t"/>
              <a:pathLst>
                <a:path extrusionOk="0" h="4887" w="4887">
                  <a:moveTo>
                    <a:pt x="2443" y="806"/>
                  </a:moveTo>
                  <a:cubicBezTo>
                    <a:pt x="3346" y="806"/>
                    <a:pt x="4081" y="1540"/>
                    <a:pt x="4081" y="2443"/>
                  </a:cubicBezTo>
                  <a:cubicBezTo>
                    <a:pt x="4081" y="3346"/>
                    <a:pt x="3346" y="4081"/>
                    <a:pt x="2443" y="4081"/>
                  </a:cubicBezTo>
                  <a:cubicBezTo>
                    <a:pt x="1539" y="4081"/>
                    <a:pt x="806" y="3346"/>
                    <a:pt x="806" y="2443"/>
                  </a:cubicBezTo>
                  <a:cubicBezTo>
                    <a:pt x="806" y="1540"/>
                    <a:pt x="1539" y="806"/>
                    <a:pt x="2443" y="806"/>
                  </a:cubicBezTo>
                  <a:close/>
                  <a:moveTo>
                    <a:pt x="2443" y="1"/>
                  </a:moveTo>
                  <a:cubicBezTo>
                    <a:pt x="1095" y="1"/>
                    <a:pt x="0" y="1097"/>
                    <a:pt x="0" y="2443"/>
                  </a:cubicBezTo>
                  <a:cubicBezTo>
                    <a:pt x="0" y="3790"/>
                    <a:pt x="1095" y="4886"/>
                    <a:pt x="2443" y="4886"/>
                  </a:cubicBezTo>
                  <a:cubicBezTo>
                    <a:pt x="3790" y="4886"/>
                    <a:pt x="4886" y="3790"/>
                    <a:pt x="4886" y="2443"/>
                  </a:cubicBezTo>
                  <a:cubicBezTo>
                    <a:pt x="4886" y="1096"/>
                    <a:pt x="3790" y="1"/>
                    <a:pt x="24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9" name="Google Shape;1259;p4"/>
          <p:cNvSpPr/>
          <p:nvPr/>
        </p:nvSpPr>
        <p:spPr>
          <a:xfrm>
            <a:off x="5670911" y="1446898"/>
            <a:ext cx="376098" cy="376098"/>
          </a:xfrm>
          <a:custGeom>
            <a:rect b="b" l="l" r="r" t="t"/>
            <a:pathLst>
              <a:path extrusionOk="0" h="13745" w="13745">
                <a:moveTo>
                  <a:pt x="7276" y="806"/>
                </a:moveTo>
                <a:lnTo>
                  <a:pt x="7276" y="1612"/>
                </a:lnTo>
                <a:lnTo>
                  <a:pt x="6470" y="1612"/>
                </a:lnTo>
                <a:lnTo>
                  <a:pt x="6470" y="806"/>
                </a:lnTo>
                <a:close/>
                <a:moveTo>
                  <a:pt x="8081" y="2417"/>
                </a:moveTo>
                <a:lnTo>
                  <a:pt x="8081" y="8108"/>
                </a:lnTo>
                <a:lnTo>
                  <a:pt x="5665" y="8108"/>
                </a:lnTo>
                <a:lnTo>
                  <a:pt x="5665" y="4666"/>
                </a:lnTo>
                <a:lnTo>
                  <a:pt x="5096" y="4097"/>
                </a:lnTo>
                <a:cubicBezTo>
                  <a:pt x="4942" y="3945"/>
                  <a:pt x="4859" y="3743"/>
                  <a:pt x="4859" y="3528"/>
                </a:cubicBezTo>
                <a:lnTo>
                  <a:pt x="4859" y="2417"/>
                </a:lnTo>
                <a:close/>
                <a:moveTo>
                  <a:pt x="7276" y="8914"/>
                </a:moveTo>
                <a:lnTo>
                  <a:pt x="7276" y="9719"/>
                </a:lnTo>
                <a:lnTo>
                  <a:pt x="6470" y="9719"/>
                </a:lnTo>
                <a:lnTo>
                  <a:pt x="6470" y="8914"/>
                </a:lnTo>
                <a:close/>
                <a:moveTo>
                  <a:pt x="11483" y="10523"/>
                </a:moveTo>
                <a:lnTo>
                  <a:pt x="11885" y="11330"/>
                </a:lnTo>
                <a:lnTo>
                  <a:pt x="1860" y="11330"/>
                </a:lnTo>
                <a:lnTo>
                  <a:pt x="2262" y="10523"/>
                </a:lnTo>
                <a:close/>
                <a:moveTo>
                  <a:pt x="4479" y="12134"/>
                </a:moveTo>
                <a:lnTo>
                  <a:pt x="4157" y="12939"/>
                </a:lnTo>
                <a:lnTo>
                  <a:pt x="806" y="12939"/>
                </a:lnTo>
                <a:lnTo>
                  <a:pt x="806" y="12134"/>
                </a:lnTo>
                <a:close/>
                <a:moveTo>
                  <a:pt x="8399" y="12134"/>
                </a:moveTo>
                <a:lnTo>
                  <a:pt x="8721" y="12939"/>
                </a:lnTo>
                <a:lnTo>
                  <a:pt x="5024" y="12939"/>
                </a:lnTo>
                <a:lnTo>
                  <a:pt x="5346" y="12134"/>
                </a:lnTo>
                <a:close/>
                <a:moveTo>
                  <a:pt x="12939" y="12134"/>
                </a:moveTo>
                <a:lnTo>
                  <a:pt x="12939" y="12939"/>
                </a:lnTo>
                <a:lnTo>
                  <a:pt x="9588" y="12939"/>
                </a:lnTo>
                <a:lnTo>
                  <a:pt x="9266" y="12134"/>
                </a:lnTo>
                <a:close/>
                <a:moveTo>
                  <a:pt x="5665" y="1"/>
                </a:moveTo>
                <a:lnTo>
                  <a:pt x="5665" y="1612"/>
                </a:lnTo>
                <a:lnTo>
                  <a:pt x="4054" y="1612"/>
                </a:lnTo>
                <a:lnTo>
                  <a:pt x="4054" y="3528"/>
                </a:lnTo>
                <a:cubicBezTo>
                  <a:pt x="4054" y="3958"/>
                  <a:pt x="4221" y="4362"/>
                  <a:pt x="4525" y="4666"/>
                </a:cubicBezTo>
                <a:lnTo>
                  <a:pt x="4859" y="4999"/>
                </a:lnTo>
                <a:lnTo>
                  <a:pt x="4859" y="8912"/>
                </a:lnTo>
                <a:lnTo>
                  <a:pt x="5665" y="8912"/>
                </a:lnTo>
                <a:lnTo>
                  <a:pt x="5665" y="9718"/>
                </a:lnTo>
                <a:lnTo>
                  <a:pt x="1764" y="9718"/>
                </a:lnTo>
                <a:lnTo>
                  <a:pt x="959" y="11329"/>
                </a:lnTo>
                <a:lnTo>
                  <a:pt x="0" y="11329"/>
                </a:lnTo>
                <a:lnTo>
                  <a:pt x="0" y="13745"/>
                </a:lnTo>
                <a:lnTo>
                  <a:pt x="13744" y="13745"/>
                </a:lnTo>
                <a:lnTo>
                  <a:pt x="13744" y="11329"/>
                </a:lnTo>
                <a:lnTo>
                  <a:pt x="12786" y="11329"/>
                </a:lnTo>
                <a:lnTo>
                  <a:pt x="11980" y="9719"/>
                </a:lnTo>
                <a:lnTo>
                  <a:pt x="8080" y="9719"/>
                </a:lnTo>
                <a:lnTo>
                  <a:pt x="8080" y="8914"/>
                </a:lnTo>
                <a:lnTo>
                  <a:pt x="8885" y="8914"/>
                </a:lnTo>
                <a:lnTo>
                  <a:pt x="8885" y="1612"/>
                </a:lnTo>
                <a:lnTo>
                  <a:pt x="8080" y="1612"/>
                </a:lnTo>
                <a:lnTo>
                  <a:pt x="808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4"/>
          <p:cNvSpPr/>
          <p:nvPr/>
        </p:nvSpPr>
        <p:spPr>
          <a:xfrm>
            <a:off x="4262062" y="2410150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4"/>
          <p:cNvSpPr/>
          <p:nvPr/>
        </p:nvSpPr>
        <p:spPr>
          <a:xfrm>
            <a:off x="3857350" y="1586925"/>
            <a:ext cx="107700" cy="10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2" name="Google Shape;1262;p4"/>
          <p:cNvCxnSpPr>
            <a:stCxn id="1261" idx="6"/>
            <a:endCxn id="1260" idx="0"/>
          </p:cNvCxnSpPr>
          <p:nvPr/>
        </p:nvCxnSpPr>
        <p:spPr>
          <a:xfrm>
            <a:off x="3965050" y="1640775"/>
            <a:ext cx="351000" cy="769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3" name="Google Shape;1263;p4"/>
          <p:cNvSpPr/>
          <p:nvPr/>
        </p:nvSpPr>
        <p:spPr>
          <a:xfrm>
            <a:off x="4787262" y="2410150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4"/>
          <p:cNvSpPr/>
          <p:nvPr/>
        </p:nvSpPr>
        <p:spPr>
          <a:xfrm>
            <a:off x="5177091" y="1586925"/>
            <a:ext cx="107700" cy="10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5" name="Google Shape;1265;p4"/>
          <p:cNvCxnSpPr>
            <a:stCxn id="1264" idx="2"/>
            <a:endCxn id="1263" idx="0"/>
          </p:cNvCxnSpPr>
          <p:nvPr/>
        </p:nvCxnSpPr>
        <p:spPr>
          <a:xfrm flipH="1">
            <a:off x="4841091" y="1640775"/>
            <a:ext cx="336000" cy="769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6" name="Google Shape;1266;p4"/>
          <p:cNvSpPr/>
          <p:nvPr/>
        </p:nvSpPr>
        <p:spPr>
          <a:xfrm>
            <a:off x="4262062" y="3223493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4"/>
          <p:cNvSpPr/>
          <p:nvPr/>
        </p:nvSpPr>
        <p:spPr>
          <a:xfrm>
            <a:off x="4787262" y="3223493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4"/>
          <p:cNvSpPr/>
          <p:nvPr/>
        </p:nvSpPr>
        <p:spPr>
          <a:xfrm>
            <a:off x="4076886" y="2621709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4"/>
          <p:cNvSpPr/>
          <p:nvPr/>
        </p:nvSpPr>
        <p:spPr>
          <a:xfrm>
            <a:off x="4076886" y="3022349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4"/>
          <p:cNvSpPr/>
          <p:nvPr/>
        </p:nvSpPr>
        <p:spPr>
          <a:xfrm>
            <a:off x="4950771" y="2621709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4"/>
          <p:cNvSpPr/>
          <p:nvPr/>
        </p:nvSpPr>
        <p:spPr>
          <a:xfrm>
            <a:off x="4950771" y="3022349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4"/>
          <p:cNvSpPr/>
          <p:nvPr/>
        </p:nvSpPr>
        <p:spPr>
          <a:xfrm>
            <a:off x="3859875" y="3299488"/>
            <a:ext cx="107700" cy="10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4"/>
          <p:cNvSpPr/>
          <p:nvPr/>
        </p:nvSpPr>
        <p:spPr>
          <a:xfrm>
            <a:off x="5179616" y="3299488"/>
            <a:ext cx="107700" cy="10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4"/>
          <p:cNvSpPr/>
          <p:nvPr/>
        </p:nvSpPr>
        <p:spPr>
          <a:xfrm>
            <a:off x="3371876" y="2378775"/>
            <a:ext cx="107700" cy="10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4"/>
          <p:cNvSpPr/>
          <p:nvPr/>
        </p:nvSpPr>
        <p:spPr>
          <a:xfrm>
            <a:off x="5663704" y="2378775"/>
            <a:ext cx="107700" cy="10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6" name="Google Shape;1276;p4"/>
          <p:cNvCxnSpPr>
            <a:stCxn id="1268" idx="2"/>
            <a:endCxn id="1274" idx="6"/>
          </p:cNvCxnSpPr>
          <p:nvPr/>
        </p:nvCxnSpPr>
        <p:spPr>
          <a:xfrm rot="10800000">
            <a:off x="3479586" y="2432559"/>
            <a:ext cx="597300" cy="2430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7" name="Google Shape;1277;p4"/>
          <p:cNvCxnSpPr>
            <a:stCxn id="1270" idx="6"/>
            <a:endCxn id="1275" idx="2"/>
          </p:cNvCxnSpPr>
          <p:nvPr/>
        </p:nvCxnSpPr>
        <p:spPr>
          <a:xfrm flipH="1" rot="10800000">
            <a:off x="5058471" y="2432559"/>
            <a:ext cx="605100" cy="2430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8" name="Google Shape;1278;p4"/>
          <p:cNvCxnSpPr>
            <a:stCxn id="1272" idx="6"/>
            <a:endCxn id="1269" idx="2"/>
          </p:cNvCxnSpPr>
          <p:nvPr/>
        </p:nvCxnSpPr>
        <p:spPr>
          <a:xfrm flipH="1" rot="10800000">
            <a:off x="3967575" y="3076138"/>
            <a:ext cx="109200" cy="277200"/>
          </a:xfrm>
          <a:prstGeom prst="bentConnector3">
            <a:avLst>
              <a:gd fmla="val 5005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9" name="Google Shape;1279;p4"/>
          <p:cNvCxnSpPr>
            <a:stCxn id="1273" idx="2"/>
            <a:endCxn id="1271" idx="6"/>
          </p:cNvCxnSpPr>
          <p:nvPr/>
        </p:nvCxnSpPr>
        <p:spPr>
          <a:xfrm rot="10800000">
            <a:off x="5058416" y="3076138"/>
            <a:ext cx="121200" cy="277200"/>
          </a:xfrm>
          <a:prstGeom prst="bentConnector3">
            <a:avLst>
              <a:gd fmla="val 4997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0" name="Google Shape;1280;p4"/>
          <p:cNvCxnSpPr/>
          <p:nvPr/>
        </p:nvCxnSpPr>
        <p:spPr>
          <a:xfrm flipH="1" rot="5400000">
            <a:off x="4349199" y="3600359"/>
            <a:ext cx="717300" cy="275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5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Βασικά μέρη Ταξινόμησης </a:t>
            </a:r>
            <a:endParaRPr/>
          </a:p>
        </p:txBody>
      </p:sp>
      <p:grpSp>
        <p:nvGrpSpPr>
          <p:cNvPr id="1286" name="Google Shape;1286;p5"/>
          <p:cNvGrpSpPr/>
          <p:nvPr/>
        </p:nvGrpSpPr>
        <p:grpSpPr>
          <a:xfrm>
            <a:off x="1258686" y="2298255"/>
            <a:ext cx="707032" cy="705137"/>
            <a:chOff x="3143340" y="1371133"/>
            <a:chExt cx="942960" cy="940433"/>
          </a:xfrm>
        </p:grpSpPr>
        <p:grpSp>
          <p:nvGrpSpPr>
            <p:cNvPr id="1287" name="Google Shape;1287;p5"/>
            <p:cNvGrpSpPr/>
            <p:nvPr/>
          </p:nvGrpSpPr>
          <p:grpSpPr>
            <a:xfrm>
              <a:off x="3143340" y="1371133"/>
              <a:ext cx="940433" cy="940433"/>
              <a:chOff x="1388550" y="311575"/>
              <a:chExt cx="1099794" cy="1099794"/>
            </a:xfrm>
          </p:grpSpPr>
          <p:sp>
            <p:nvSpPr>
              <p:cNvPr id="1288" name="Google Shape;1288;p5"/>
              <p:cNvSpPr/>
              <p:nvPr/>
            </p:nvSpPr>
            <p:spPr>
              <a:xfrm>
                <a:off x="1388550" y="311575"/>
                <a:ext cx="1099794" cy="1099794"/>
              </a:xfrm>
              <a:custGeom>
                <a:rect b="b" l="l" r="r" t="t"/>
                <a:pathLst>
                  <a:path extrusionOk="0" h="5254" w="5254">
                    <a:moveTo>
                      <a:pt x="4776" y="13"/>
                    </a:moveTo>
                    <a:cubicBezTo>
                      <a:pt x="5032" y="13"/>
                      <a:pt x="5241" y="222"/>
                      <a:pt x="5241" y="478"/>
                    </a:cubicBezTo>
                    <a:lnTo>
                      <a:pt x="5241" y="4776"/>
                    </a:lnTo>
                    <a:cubicBezTo>
                      <a:pt x="5241" y="5033"/>
                      <a:pt x="5032" y="5240"/>
                      <a:pt x="4776" y="5240"/>
                    </a:cubicBezTo>
                    <a:lnTo>
                      <a:pt x="478" y="5240"/>
                    </a:lnTo>
                    <a:cubicBezTo>
                      <a:pt x="221" y="5240"/>
                      <a:pt x="14" y="5033"/>
                      <a:pt x="14" y="4776"/>
                    </a:cubicBezTo>
                    <a:lnTo>
                      <a:pt x="14" y="478"/>
                    </a:lnTo>
                    <a:cubicBezTo>
                      <a:pt x="14" y="222"/>
                      <a:pt x="221" y="13"/>
                      <a:pt x="478" y="13"/>
                    </a:cubicBezTo>
                    <a:close/>
                    <a:moveTo>
                      <a:pt x="478" y="1"/>
                    </a:moveTo>
                    <a:cubicBezTo>
                      <a:pt x="214" y="1"/>
                      <a:pt x="0" y="215"/>
                      <a:pt x="0" y="478"/>
                    </a:cubicBezTo>
                    <a:lnTo>
                      <a:pt x="0" y="4776"/>
                    </a:lnTo>
                    <a:cubicBezTo>
                      <a:pt x="0" y="5040"/>
                      <a:pt x="214" y="5254"/>
                      <a:pt x="478" y="5254"/>
                    </a:cubicBezTo>
                    <a:lnTo>
                      <a:pt x="4776" y="5254"/>
                    </a:lnTo>
                    <a:cubicBezTo>
                      <a:pt x="5039" y="5254"/>
                      <a:pt x="5253" y="5040"/>
                      <a:pt x="5253" y="4776"/>
                    </a:cubicBezTo>
                    <a:lnTo>
                      <a:pt x="5253" y="478"/>
                    </a:lnTo>
                    <a:cubicBezTo>
                      <a:pt x="5253" y="215"/>
                      <a:pt x="5039" y="1"/>
                      <a:pt x="4776" y="1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p5"/>
              <p:cNvSpPr/>
              <p:nvPr/>
            </p:nvSpPr>
            <p:spPr>
              <a:xfrm>
                <a:off x="1540103" y="463337"/>
                <a:ext cx="796482" cy="796482"/>
              </a:xfrm>
              <a:custGeom>
                <a:rect b="b" l="l" r="r" t="t"/>
                <a:pathLst>
                  <a:path extrusionOk="0" h="3805" w="3805">
                    <a:moveTo>
                      <a:pt x="3458" y="14"/>
                    </a:moveTo>
                    <a:cubicBezTo>
                      <a:pt x="3642" y="14"/>
                      <a:pt x="3791" y="163"/>
                      <a:pt x="3791" y="347"/>
                    </a:cubicBezTo>
                    <a:lnTo>
                      <a:pt x="3791" y="3458"/>
                    </a:lnTo>
                    <a:cubicBezTo>
                      <a:pt x="3791" y="3642"/>
                      <a:pt x="3642" y="3791"/>
                      <a:pt x="3458" y="3791"/>
                    </a:cubicBezTo>
                    <a:lnTo>
                      <a:pt x="347" y="3791"/>
                    </a:lnTo>
                    <a:cubicBezTo>
                      <a:pt x="163" y="3791"/>
                      <a:pt x="14" y="3642"/>
                      <a:pt x="14" y="3458"/>
                    </a:cubicBezTo>
                    <a:lnTo>
                      <a:pt x="14" y="347"/>
                    </a:lnTo>
                    <a:cubicBezTo>
                      <a:pt x="14" y="163"/>
                      <a:pt x="163" y="14"/>
                      <a:pt x="347" y="14"/>
                    </a:cubicBezTo>
                    <a:close/>
                    <a:moveTo>
                      <a:pt x="347" y="0"/>
                    </a:moveTo>
                    <a:cubicBezTo>
                      <a:pt x="156" y="0"/>
                      <a:pt x="1" y="155"/>
                      <a:pt x="1" y="347"/>
                    </a:cubicBezTo>
                    <a:lnTo>
                      <a:pt x="1" y="3458"/>
                    </a:lnTo>
                    <a:cubicBezTo>
                      <a:pt x="1" y="3649"/>
                      <a:pt x="156" y="3804"/>
                      <a:pt x="347" y="3804"/>
                    </a:cubicBezTo>
                    <a:lnTo>
                      <a:pt x="3458" y="3804"/>
                    </a:lnTo>
                    <a:cubicBezTo>
                      <a:pt x="3650" y="3804"/>
                      <a:pt x="3805" y="3649"/>
                      <a:pt x="3805" y="3458"/>
                    </a:cubicBezTo>
                    <a:lnTo>
                      <a:pt x="3805" y="347"/>
                    </a:lnTo>
                    <a:cubicBezTo>
                      <a:pt x="3805" y="155"/>
                      <a:pt x="3650" y="0"/>
                      <a:pt x="3458" y="0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0" name="Google Shape;1290;p5"/>
              <p:cNvSpPr/>
              <p:nvPr/>
            </p:nvSpPr>
            <p:spPr>
              <a:xfrm>
                <a:off x="2026789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1" name="Google Shape;1291;p5"/>
              <p:cNvSpPr/>
              <p:nvPr/>
            </p:nvSpPr>
            <p:spPr>
              <a:xfrm>
                <a:off x="2026789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5"/>
              <p:cNvSpPr/>
              <p:nvPr/>
            </p:nvSpPr>
            <p:spPr>
              <a:xfrm>
                <a:off x="1936988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3" name="Google Shape;1293;p5"/>
              <p:cNvSpPr/>
              <p:nvPr/>
            </p:nvSpPr>
            <p:spPr>
              <a:xfrm>
                <a:off x="1936988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4" name="Google Shape;1294;p5"/>
              <p:cNvSpPr/>
              <p:nvPr/>
            </p:nvSpPr>
            <p:spPr>
              <a:xfrm>
                <a:off x="1847186" y="471501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5"/>
              <p:cNvSpPr/>
              <p:nvPr/>
            </p:nvSpPr>
            <p:spPr>
              <a:xfrm>
                <a:off x="1847186" y="1166887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6" name="Google Shape;1296;p5"/>
              <p:cNvSpPr/>
              <p:nvPr/>
            </p:nvSpPr>
            <p:spPr>
              <a:xfrm>
                <a:off x="1548476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p5"/>
              <p:cNvSpPr/>
              <p:nvPr/>
            </p:nvSpPr>
            <p:spPr>
              <a:xfrm>
                <a:off x="2243862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98" name="Google Shape;1298;p5"/>
            <p:cNvSpPr/>
            <p:nvPr/>
          </p:nvSpPr>
          <p:spPr>
            <a:xfrm>
              <a:off x="3143575" y="181962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5"/>
            <p:cNvSpPr/>
            <p:nvPr/>
          </p:nvSpPr>
          <p:spPr>
            <a:xfrm>
              <a:off x="3143500" y="188557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5"/>
            <p:cNvSpPr/>
            <p:nvPr/>
          </p:nvSpPr>
          <p:spPr>
            <a:xfrm flipH="1" rot="10800000">
              <a:off x="3956400" y="188557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5"/>
            <p:cNvSpPr/>
            <p:nvPr/>
          </p:nvSpPr>
          <p:spPr>
            <a:xfrm flipH="1" rot="10800000">
              <a:off x="3956325" y="181962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2" name="Google Shape;1302;p5"/>
          <p:cNvSpPr txBox="1"/>
          <p:nvPr/>
        </p:nvSpPr>
        <p:spPr>
          <a:xfrm flipH="1">
            <a:off x="1379700" y="2298263"/>
            <a:ext cx="4650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01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grpSp>
        <p:nvGrpSpPr>
          <p:cNvPr id="1303" name="Google Shape;1303;p5"/>
          <p:cNvGrpSpPr/>
          <p:nvPr/>
        </p:nvGrpSpPr>
        <p:grpSpPr>
          <a:xfrm>
            <a:off x="2738592" y="2880230"/>
            <a:ext cx="707032" cy="705137"/>
            <a:chOff x="3143340" y="1371133"/>
            <a:chExt cx="942960" cy="940433"/>
          </a:xfrm>
        </p:grpSpPr>
        <p:grpSp>
          <p:nvGrpSpPr>
            <p:cNvPr id="1304" name="Google Shape;1304;p5"/>
            <p:cNvGrpSpPr/>
            <p:nvPr/>
          </p:nvGrpSpPr>
          <p:grpSpPr>
            <a:xfrm>
              <a:off x="3143340" y="1371133"/>
              <a:ext cx="940433" cy="940433"/>
              <a:chOff x="1388550" y="311575"/>
              <a:chExt cx="1099794" cy="1099794"/>
            </a:xfrm>
          </p:grpSpPr>
          <p:sp>
            <p:nvSpPr>
              <p:cNvPr id="1305" name="Google Shape;1305;p5"/>
              <p:cNvSpPr/>
              <p:nvPr/>
            </p:nvSpPr>
            <p:spPr>
              <a:xfrm>
                <a:off x="1388550" y="311575"/>
                <a:ext cx="1099794" cy="1099794"/>
              </a:xfrm>
              <a:custGeom>
                <a:rect b="b" l="l" r="r" t="t"/>
                <a:pathLst>
                  <a:path extrusionOk="0" h="5254" w="5254">
                    <a:moveTo>
                      <a:pt x="4776" y="13"/>
                    </a:moveTo>
                    <a:cubicBezTo>
                      <a:pt x="5032" y="13"/>
                      <a:pt x="5241" y="222"/>
                      <a:pt x="5241" y="478"/>
                    </a:cubicBezTo>
                    <a:lnTo>
                      <a:pt x="5241" y="4776"/>
                    </a:lnTo>
                    <a:cubicBezTo>
                      <a:pt x="5241" y="5033"/>
                      <a:pt x="5032" y="5240"/>
                      <a:pt x="4776" y="5240"/>
                    </a:cubicBezTo>
                    <a:lnTo>
                      <a:pt x="478" y="5240"/>
                    </a:lnTo>
                    <a:cubicBezTo>
                      <a:pt x="221" y="5240"/>
                      <a:pt x="14" y="5033"/>
                      <a:pt x="14" y="4776"/>
                    </a:cubicBezTo>
                    <a:lnTo>
                      <a:pt x="14" y="478"/>
                    </a:lnTo>
                    <a:cubicBezTo>
                      <a:pt x="14" y="222"/>
                      <a:pt x="221" y="13"/>
                      <a:pt x="478" y="13"/>
                    </a:cubicBezTo>
                    <a:close/>
                    <a:moveTo>
                      <a:pt x="478" y="1"/>
                    </a:moveTo>
                    <a:cubicBezTo>
                      <a:pt x="214" y="1"/>
                      <a:pt x="0" y="215"/>
                      <a:pt x="0" y="478"/>
                    </a:cubicBezTo>
                    <a:lnTo>
                      <a:pt x="0" y="4776"/>
                    </a:lnTo>
                    <a:cubicBezTo>
                      <a:pt x="0" y="5040"/>
                      <a:pt x="214" y="5254"/>
                      <a:pt x="478" y="5254"/>
                    </a:cubicBezTo>
                    <a:lnTo>
                      <a:pt x="4776" y="5254"/>
                    </a:lnTo>
                    <a:cubicBezTo>
                      <a:pt x="5039" y="5254"/>
                      <a:pt x="5253" y="5040"/>
                      <a:pt x="5253" y="4776"/>
                    </a:cubicBezTo>
                    <a:lnTo>
                      <a:pt x="5253" y="478"/>
                    </a:lnTo>
                    <a:cubicBezTo>
                      <a:pt x="5253" y="215"/>
                      <a:pt x="5039" y="1"/>
                      <a:pt x="4776" y="1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6" name="Google Shape;1306;p5"/>
              <p:cNvSpPr/>
              <p:nvPr/>
            </p:nvSpPr>
            <p:spPr>
              <a:xfrm>
                <a:off x="1540103" y="463337"/>
                <a:ext cx="796482" cy="796482"/>
              </a:xfrm>
              <a:custGeom>
                <a:rect b="b" l="l" r="r" t="t"/>
                <a:pathLst>
                  <a:path extrusionOk="0" h="3805" w="3805">
                    <a:moveTo>
                      <a:pt x="3458" y="14"/>
                    </a:moveTo>
                    <a:cubicBezTo>
                      <a:pt x="3642" y="14"/>
                      <a:pt x="3791" y="163"/>
                      <a:pt x="3791" y="347"/>
                    </a:cubicBezTo>
                    <a:lnTo>
                      <a:pt x="3791" y="3458"/>
                    </a:lnTo>
                    <a:cubicBezTo>
                      <a:pt x="3791" y="3642"/>
                      <a:pt x="3642" y="3791"/>
                      <a:pt x="3458" y="3791"/>
                    </a:cubicBezTo>
                    <a:lnTo>
                      <a:pt x="347" y="3791"/>
                    </a:lnTo>
                    <a:cubicBezTo>
                      <a:pt x="163" y="3791"/>
                      <a:pt x="14" y="3642"/>
                      <a:pt x="14" y="3458"/>
                    </a:cubicBezTo>
                    <a:lnTo>
                      <a:pt x="14" y="347"/>
                    </a:lnTo>
                    <a:cubicBezTo>
                      <a:pt x="14" y="163"/>
                      <a:pt x="163" y="14"/>
                      <a:pt x="347" y="14"/>
                    </a:cubicBezTo>
                    <a:close/>
                    <a:moveTo>
                      <a:pt x="347" y="0"/>
                    </a:moveTo>
                    <a:cubicBezTo>
                      <a:pt x="156" y="0"/>
                      <a:pt x="1" y="155"/>
                      <a:pt x="1" y="347"/>
                    </a:cubicBezTo>
                    <a:lnTo>
                      <a:pt x="1" y="3458"/>
                    </a:lnTo>
                    <a:cubicBezTo>
                      <a:pt x="1" y="3649"/>
                      <a:pt x="156" y="3804"/>
                      <a:pt x="347" y="3804"/>
                    </a:cubicBezTo>
                    <a:lnTo>
                      <a:pt x="3458" y="3804"/>
                    </a:lnTo>
                    <a:cubicBezTo>
                      <a:pt x="3650" y="3804"/>
                      <a:pt x="3805" y="3649"/>
                      <a:pt x="3805" y="3458"/>
                    </a:cubicBezTo>
                    <a:lnTo>
                      <a:pt x="3805" y="347"/>
                    </a:lnTo>
                    <a:cubicBezTo>
                      <a:pt x="3805" y="155"/>
                      <a:pt x="3650" y="0"/>
                      <a:pt x="3458" y="0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p5"/>
              <p:cNvSpPr/>
              <p:nvPr/>
            </p:nvSpPr>
            <p:spPr>
              <a:xfrm>
                <a:off x="2026789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8" name="Google Shape;1308;p5"/>
              <p:cNvSpPr/>
              <p:nvPr/>
            </p:nvSpPr>
            <p:spPr>
              <a:xfrm>
                <a:off x="2026789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9" name="Google Shape;1309;p5"/>
              <p:cNvSpPr/>
              <p:nvPr/>
            </p:nvSpPr>
            <p:spPr>
              <a:xfrm>
                <a:off x="1936988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0" name="Google Shape;1310;p5"/>
              <p:cNvSpPr/>
              <p:nvPr/>
            </p:nvSpPr>
            <p:spPr>
              <a:xfrm>
                <a:off x="1936988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Google Shape;1311;p5"/>
              <p:cNvSpPr/>
              <p:nvPr/>
            </p:nvSpPr>
            <p:spPr>
              <a:xfrm>
                <a:off x="1847186" y="471501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5"/>
              <p:cNvSpPr/>
              <p:nvPr/>
            </p:nvSpPr>
            <p:spPr>
              <a:xfrm>
                <a:off x="1847186" y="1166887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3" name="Google Shape;1313;p5"/>
              <p:cNvSpPr/>
              <p:nvPr/>
            </p:nvSpPr>
            <p:spPr>
              <a:xfrm>
                <a:off x="1548476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4" name="Google Shape;1314;p5"/>
              <p:cNvSpPr/>
              <p:nvPr/>
            </p:nvSpPr>
            <p:spPr>
              <a:xfrm>
                <a:off x="2243862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5" name="Google Shape;1315;p5"/>
            <p:cNvSpPr/>
            <p:nvPr/>
          </p:nvSpPr>
          <p:spPr>
            <a:xfrm>
              <a:off x="3143575" y="181962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5"/>
            <p:cNvSpPr/>
            <p:nvPr/>
          </p:nvSpPr>
          <p:spPr>
            <a:xfrm>
              <a:off x="3143500" y="1783948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5"/>
            <p:cNvSpPr/>
            <p:nvPr/>
          </p:nvSpPr>
          <p:spPr>
            <a:xfrm flipH="1" rot="10800000">
              <a:off x="3956400" y="188557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5"/>
            <p:cNvSpPr/>
            <p:nvPr/>
          </p:nvSpPr>
          <p:spPr>
            <a:xfrm flipH="1" rot="10800000">
              <a:off x="3956325" y="1782744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9" name="Google Shape;1319;p5"/>
          <p:cNvSpPr txBox="1"/>
          <p:nvPr/>
        </p:nvSpPr>
        <p:spPr>
          <a:xfrm flipH="1">
            <a:off x="2859588" y="2880288"/>
            <a:ext cx="4650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02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1320" name="Google Shape;1320;p5"/>
          <p:cNvCxnSpPr>
            <a:stCxn id="1302" idx="2"/>
            <a:endCxn id="1316" idx="1"/>
          </p:cNvCxnSpPr>
          <p:nvPr/>
        </p:nvCxnSpPr>
        <p:spPr>
          <a:xfrm flipH="1" rot="-5400000">
            <a:off x="2057850" y="2557613"/>
            <a:ext cx="235200" cy="1126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21" name="Google Shape;1321;p5"/>
          <p:cNvGrpSpPr/>
          <p:nvPr/>
        </p:nvGrpSpPr>
        <p:grpSpPr>
          <a:xfrm>
            <a:off x="4230341" y="2326053"/>
            <a:ext cx="707032" cy="705137"/>
            <a:chOff x="3143340" y="1371133"/>
            <a:chExt cx="942960" cy="940433"/>
          </a:xfrm>
        </p:grpSpPr>
        <p:grpSp>
          <p:nvGrpSpPr>
            <p:cNvPr id="1322" name="Google Shape;1322;p5"/>
            <p:cNvGrpSpPr/>
            <p:nvPr/>
          </p:nvGrpSpPr>
          <p:grpSpPr>
            <a:xfrm>
              <a:off x="3143340" y="1371133"/>
              <a:ext cx="940433" cy="940433"/>
              <a:chOff x="1388550" y="311575"/>
              <a:chExt cx="1099794" cy="1099794"/>
            </a:xfrm>
          </p:grpSpPr>
          <p:sp>
            <p:nvSpPr>
              <p:cNvPr id="1323" name="Google Shape;1323;p5"/>
              <p:cNvSpPr/>
              <p:nvPr/>
            </p:nvSpPr>
            <p:spPr>
              <a:xfrm>
                <a:off x="1388550" y="311575"/>
                <a:ext cx="1099794" cy="1099794"/>
              </a:xfrm>
              <a:custGeom>
                <a:rect b="b" l="l" r="r" t="t"/>
                <a:pathLst>
                  <a:path extrusionOk="0" h="5254" w="5254">
                    <a:moveTo>
                      <a:pt x="4776" y="13"/>
                    </a:moveTo>
                    <a:cubicBezTo>
                      <a:pt x="5032" y="13"/>
                      <a:pt x="5241" y="222"/>
                      <a:pt x="5241" y="478"/>
                    </a:cubicBezTo>
                    <a:lnTo>
                      <a:pt x="5241" y="4776"/>
                    </a:lnTo>
                    <a:cubicBezTo>
                      <a:pt x="5241" y="5033"/>
                      <a:pt x="5032" y="5240"/>
                      <a:pt x="4776" y="5240"/>
                    </a:cubicBezTo>
                    <a:lnTo>
                      <a:pt x="478" y="5240"/>
                    </a:lnTo>
                    <a:cubicBezTo>
                      <a:pt x="221" y="5240"/>
                      <a:pt x="14" y="5033"/>
                      <a:pt x="14" y="4776"/>
                    </a:cubicBezTo>
                    <a:lnTo>
                      <a:pt x="14" y="478"/>
                    </a:lnTo>
                    <a:cubicBezTo>
                      <a:pt x="14" y="222"/>
                      <a:pt x="221" y="13"/>
                      <a:pt x="478" y="13"/>
                    </a:cubicBezTo>
                    <a:close/>
                    <a:moveTo>
                      <a:pt x="478" y="1"/>
                    </a:moveTo>
                    <a:cubicBezTo>
                      <a:pt x="214" y="1"/>
                      <a:pt x="0" y="215"/>
                      <a:pt x="0" y="478"/>
                    </a:cubicBezTo>
                    <a:lnTo>
                      <a:pt x="0" y="4776"/>
                    </a:lnTo>
                    <a:cubicBezTo>
                      <a:pt x="0" y="5040"/>
                      <a:pt x="214" y="5254"/>
                      <a:pt x="478" y="5254"/>
                    </a:cubicBezTo>
                    <a:lnTo>
                      <a:pt x="4776" y="5254"/>
                    </a:lnTo>
                    <a:cubicBezTo>
                      <a:pt x="5039" y="5254"/>
                      <a:pt x="5253" y="5040"/>
                      <a:pt x="5253" y="4776"/>
                    </a:cubicBezTo>
                    <a:lnTo>
                      <a:pt x="5253" y="478"/>
                    </a:lnTo>
                    <a:cubicBezTo>
                      <a:pt x="5253" y="215"/>
                      <a:pt x="5039" y="1"/>
                      <a:pt x="4776" y="1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4" name="Google Shape;1324;p5"/>
              <p:cNvSpPr/>
              <p:nvPr/>
            </p:nvSpPr>
            <p:spPr>
              <a:xfrm>
                <a:off x="1540103" y="463337"/>
                <a:ext cx="796482" cy="796482"/>
              </a:xfrm>
              <a:custGeom>
                <a:rect b="b" l="l" r="r" t="t"/>
                <a:pathLst>
                  <a:path extrusionOk="0" h="3805" w="3805">
                    <a:moveTo>
                      <a:pt x="3458" y="14"/>
                    </a:moveTo>
                    <a:cubicBezTo>
                      <a:pt x="3642" y="14"/>
                      <a:pt x="3791" y="163"/>
                      <a:pt x="3791" y="347"/>
                    </a:cubicBezTo>
                    <a:lnTo>
                      <a:pt x="3791" y="3458"/>
                    </a:lnTo>
                    <a:cubicBezTo>
                      <a:pt x="3791" y="3642"/>
                      <a:pt x="3642" y="3791"/>
                      <a:pt x="3458" y="3791"/>
                    </a:cubicBezTo>
                    <a:lnTo>
                      <a:pt x="347" y="3791"/>
                    </a:lnTo>
                    <a:cubicBezTo>
                      <a:pt x="163" y="3791"/>
                      <a:pt x="14" y="3642"/>
                      <a:pt x="14" y="3458"/>
                    </a:cubicBezTo>
                    <a:lnTo>
                      <a:pt x="14" y="347"/>
                    </a:lnTo>
                    <a:cubicBezTo>
                      <a:pt x="14" y="163"/>
                      <a:pt x="163" y="14"/>
                      <a:pt x="347" y="14"/>
                    </a:cubicBezTo>
                    <a:close/>
                    <a:moveTo>
                      <a:pt x="347" y="0"/>
                    </a:moveTo>
                    <a:cubicBezTo>
                      <a:pt x="156" y="0"/>
                      <a:pt x="1" y="155"/>
                      <a:pt x="1" y="347"/>
                    </a:cubicBezTo>
                    <a:lnTo>
                      <a:pt x="1" y="3458"/>
                    </a:lnTo>
                    <a:cubicBezTo>
                      <a:pt x="1" y="3649"/>
                      <a:pt x="156" y="3804"/>
                      <a:pt x="347" y="3804"/>
                    </a:cubicBezTo>
                    <a:lnTo>
                      <a:pt x="3458" y="3804"/>
                    </a:lnTo>
                    <a:cubicBezTo>
                      <a:pt x="3650" y="3804"/>
                      <a:pt x="3805" y="3649"/>
                      <a:pt x="3805" y="3458"/>
                    </a:cubicBezTo>
                    <a:lnTo>
                      <a:pt x="3805" y="347"/>
                    </a:lnTo>
                    <a:cubicBezTo>
                      <a:pt x="3805" y="155"/>
                      <a:pt x="3650" y="0"/>
                      <a:pt x="3458" y="0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5" name="Google Shape;1325;p5"/>
              <p:cNvSpPr/>
              <p:nvPr/>
            </p:nvSpPr>
            <p:spPr>
              <a:xfrm>
                <a:off x="2026789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6" name="Google Shape;1326;p5"/>
              <p:cNvSpPr/>
              <p:nvPr/>
            </p:nvSpPr>
            <p:spPr>
              <a:xfrm>
                <a:off x="2026789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7" name="Google Shape;1327;p5"/>
              <p:cNvSpPr/>
              <p:nvPr/>
            </p:nvSpPr>
            <p:spPr>
              <a:xfrm>
                <a:off x="1936988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8" name="Google Shape;1328;p5"/>
              <p:cNvSpPr/>
              <p:nvPr/>
            </p:nvSpPr>
            <p:spPr>
              <a:xfrm>
                <a:off x="1936988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9" name="Google Shape;1329;p5"/>
              <p:cNvSpPr/>
              <p:nvPr/>
            </p:nvSpPr>
            <p:spPr>
              <a:xfrm>
                <a:off x="1847186" y="471501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0" name="Google Shape;1330;p5"/>
              <p:cNvSpPr/>
              <p:nvPr/>
            </p:nvSpPr>
            <p:spPr>
              <a:xfrm>
                <a:off x="1847186" y="1166887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1" name="Google Shape;1331;p5"/>
              <p:cNvSpPr/>
              <p:nvPr/>
            </p:nvSpPr>
            <p:spPr>
              <a:xfrm>
                <a:off x="1548476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2" name="Google Shape;1332;p5"/>
              <p:cNvSpPr/>
              <p:nvPr/>
            </p:nvSpPr>
            <p:spPr>
              <a:xfrm>
                <a:off x="2243862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33" name="Google Shape;1333;p5"/>
            <p:cNvSpPr/>
            <p:nvPr/>
          </p:nvSpPr>
          <p:spPr>
            <a:xfrm>
              <a:off x="3143575" y="181962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5"/>
            <p:cNvSpPr/>
            <p:nvPr/>
          </p:nvSpPr>
          <p:spPr>
            <a:xfrm>
              <a:off x="3143500" y="188557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5"/>
            <p:cNvSpPr/>
            <p:nvPr/>
          </p:nvSpPr>
          <p:spPr>
            <a:xfrm flipH="1" rot="10800000">
              <a:off x="3956400" y="188557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5"/>
            <p:cNvSpPr/>
            <p:nvPr/>
          </p:nvSpPr>
          <p:spPr>
            <a:xfrm flipH="1" rot="10800000">
              <a:off x="3956325" y="181962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7" name="Google Shape;1337;p5"/>
          <p:cNvSpPr txBox="1"/>
          <p:nvPr/>
        </p:nvSpPr>
        <p:spPr>
          <a:xfrm flipH="1">
            <a:off x="4351468" y="2326123"/>
            <a:ext cx="4650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03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grpSp>
        <p:nvGrpSpPr>
          <p:cNvPr id="1338" name="Google Shape;1338;p5"/>
          <p:cNvGrpSpPr/>
          <p:nvPr/>
        </p:nvGrpSpPr>
        <p:grpSpPr>
          <a:xfrm>
            <a:off x="5698380" y="2880232"/>
            <a:ext cx="707032" cy="705137"/>
            <a:chOff x="3143340" y="1371133"/>
            <a:chExt cx="942960" cy="940433"/>
          </a:xfrm>
        </p:grpSpPr>
        <p:grpSp>
          <p:nvGrpSpPr>
            <p:cNvPr id="1339" name="Google Shape;1339;p5"/>
            <p:cNvGrpSpPr/>
            <p:nvPr/>
          </p:nvGrpSpPr>
          <p:grpSpPr>
            <a:xfrm>
              <a:off x="3143340" y="1371133"/>
              <a:ext cx="940433" cy="940433"/>
              <a:chOff x="1388550" y="311575"/>
              <a:chExt cx="1099794" cy="1099794"/>
            </a:xfrm>
          </p:grpSpPr>
          <p:sp>
            <p:nvSpPr>
              <p:cNvPr id="1340" name="Google Shape;1340;p5"/>
              <p:cNvSpPr/>
              <p:nvPr/>
            </p:nvSpPr>
            <p:spPr>
              <a:xfrm>
                <a:off x="1388550" y="311575"/>
                <a:ext cx="1099794" cy="1099794"/>
              </a:xfrm>
              <a:custGeom>
                <a:rect b="b" l="l" r="r" t="t"/>
                <a:pathLst>
                  <a:path extrusionOk="0" h="5254" w="5254">
                    <a:moveTo>
                      <a:pt x="4776" y="13"/>
                    </a:moveTo>
                    <a:cubicBezTo>
                      <a:pt x="5032" y="13"/>
                      <a:pt x="5241" y="222"/>
                      <a:pt x="5241" y="478"/>
                    </a:cubicBezTo>
                    <a:lnTo>
                      <a:pt x="5241" y="4776"/>
                    </a:lnTo>
                    <a:cubicBezTo>
                      <a:pt x="5241" y="5033"/>
                      <a:pt x="5032" y="5240"/>
                      <a:pt x="4776" y="5240"/>
                    </a:cubicBezTo>
                    <a:lnTo>
                      <a:pt x="478" y="5240"/>
                    </a:lnTo>
                    <a:cubicBezTo>
                      <a:pt x="221" y="5240"/>
                      <a:pt x="14" y="5033"/>
                      <a:pt x="14" y="4776"/>
                    </a:cubicBezTo>
                    <a:lnTo>
                      <a:pt x="14" y="478"/>
                    </a:lnTo>
                    <a:cubicBezTo>
                      <a:pt x="14" y="222"/>
                      <a:pt x="221" y="13"/>
                      <a:pt x="478" y="13"/>
                    </a:cubicBezTo>
                    <a:close/>
                    <a:moveTo>
                      <a:pt x="478" y="1"/>
                    </a:moveTo>
                    <a:cubicBezTo>
                      <a:pt x="214" y="1"/>
                      <a:pt x="0" y="215"/>
                      <a:pt x="0" y="478"/>
                    </a:cubicBezTo>
                    <a:lnTo>
                      <a:pt x="0" y="4776"/>
                    </a:lnTo>
                    <a:cubicBezTo>
                      <a:pt x="0" y="5040"/>
                      <a:pt x="214" y="5254"/>
                      <a:pt x="478" y="5254"/>
                    </a:cubicBezTo>
                    <a:lnTo>
                      <a:pt x="4776" y="5254"/>
                    </a:lnTo>
                    <a:cubicBezTo>
                      <a:pt x="5039" y="5254"/>
                      <a:pt x="5253" y="5040"/>
                      <a:pt x="5253" y="4776"/>
                    </a:cubicBezTo>
                    <a:lnTo>
                      <a:pt x="5253" y="478"/>
                    </a:lnTo>
                    <a:cubicBezTo>
                      <a:pt x="5253" y="215"/>
                      <a:pt x="5039" y="1"/>
                      <a:pt x="4776" y="1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1" name="Google Shape;1341;p5"/>
              <p:cNvSpPr/>
              <p:nvPr/>
            </p:nvSpPr>
            <p:spPr>
              <a:xfrm>
                <a:off x="1540103" y="463337"/>
                <a:ext cx="796482" cy="796482"/>
              </a:xfrm>
              <a:custGeom>
                <a:rect b="b" l="l" r="r" t="t"/>
                <a:pathLst>
                  <a:path extrusionOk="0" h="3805" w="3805">
                    <a:moveTo>
                      <a:pt x="3458" y="14"/>
                    </a:moveTo>
                    <a:cubicBezTo>
                      <a:pt x="3642" y="14"/>
                      <a:pt x="3791" y="163"/>
                      <a:pt x="3791" y="347"/>
                    </a:cubicBezTo>
                    <a:lnTo>
                      <a:pt x="3791" y="3458"/>
                    </a:lnTo>
                    <a:cubicBezTo>
                      <a:pt x="3791" y="3642"/>
                      <a:pt x="3642" y="3791"/>
                      <a:pt x="3458" y="3791"/>
                    </a:cubicBezTo>
                    <a:lnTo>
                      <a:pt x="347" y="3791"/>
                    </a:lnTo>
                    <a:cubicBezTo>
                      <a:pt x="163" y="3791"/>
                      <a:pt x="14" y="3642"/>
                      <a:pt x="14" y="3458"/>
                    </a:cubicBezTo>
                    <a:lnTo>
                      <a:pt x="14" y="347"/>
                    </a:lnTo>
                    <a:cubicBezTo>
                      <a:pt x="14" y="163"/>
                      <a:pt x="163" y="14"/>
                      <a:pt x="347" y="14"/>
                    </a:cubicBezTo>
                    <a:close/>
                    <a:moveTo>
                      <a:pt x="347" y="0"/>
                    </a:moveTo>
                    <a:cubicBezTo>
                      <a:pt x="156" y="0"/>
                      <a:pt x="1" y="155"/>
                      <a:pt x="1" y="347"/>
                    </a:cubicBezTo>
                    <a:lnTo>
                      <a:pt x="1" y="3458"/>
                    </a:lnTo>
                    <a:cubicBezTo>
                      <a:pt x="1" y="3649"/>
                      <a:pt x="156" y="3804"/>
                      <a:pt x="347" y="3804"/>
                    </a:cubicBezTo>
                    <a:lnTo>
                      <a:pt x="3458" y="3804"/>
                    </a:lnTo>
                    <a:cubicBezTo>
                      <a:pt x="3650" y="3804"/>
                      <a:pt x="3805" y="3649"/>
                      <a:pt x="3805" y="3458"/>
                    </a:cubicBezTo>
                    <a:lnTo>
                      <a:pt x="3805" y="347"/>
                    </a:lnTo>
                    <a:cubicBezTo>
                      <a:pt x="3805" y="155"/>
                      <a:pt x="3650" y="0"/>
                      <a:pt x="3458" y="0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2" name="Google Shape;1342;p5"/>
              <p:cNvSpPr/>
              <p:nvPr/>
            </p:nvSpPr>
            <p:spPr>
              <a:xfrm>
                <a:off x="2026789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3" name="Google Shape;1343;p5"/>
              <p:cNvSpPr/>
              <p:nvPr/>
            </p:nvSpPr>
            <p:spPr>
              <a:xfrm>
                <a:off x="2026789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4" name="Google Shape;1344;p5"/>
              <p:cNvSpPr/>
              <p:nvPr/>
            </p:nvSpPr>
            <p:spPr>
              <a:xfrm>
                <a:off x="1936988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5"/>
              <p:cNvSpPr/>
              <p:nvPr/>
            </p:nvSpPr>
            <p:spPr>
              <a:xfrm>
                <a:off x="1936988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5"/>
              <p:cNvSpPr/>
              <p:nvPr/>
            </p:nvSpPr>
            <p:spPr>
              <a:xfrm>
                <a:off x="1847186" y="471501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7" name="Google Shape;1347;p5"/>
              <p:cNvSpPr/>
              <p:nvPr/>
            </p:nvSpPr>
            <p:spPr>
              <a:xfrm>
                <a:off x="1847186" y="1166887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8" name="Google Shape;1348;p5"/>
              <p:cNvSpPr/>
              <p:nvPr/>
            </p:nvSpPr>
            <p:spPr>
              <a:xfrm>
                <a:off x="1548476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p5"/>
              <p:cNvSpPr/>
              <p:nvPr/>
            </p:nvSpPr>
            <p:spPr>
              <a:xfrm>
                <a:off x="2243862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0" name="Google Shape;1350;p5"/>
            <p:cNvSpPr/>
            <p:nvPr/>
          </p:nvSpPr>
          <p:spPr>
            <a:xfrm>
              <a:off x="3143575" y="181962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5"/>
            <p:cNvSpPr/>
            <p:nvPr/>
          </p:nvSpPr>
          <p:spPr>
            <a:xfrm>
              <a:off x="3143500" y="1783948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5"/>
            <p:cNvSpPr/>
            <p:nvPr/>
          </p:nvSpPr>
          <p:spPr>
            <a:xfrm flipH="1" rot="10800000">
              <a:off x="3956400" y="188557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5"/>
            <p:cNvSpPr/>
            <p:nvPr/>
          </p:nvSpPr>
          <p:spPr>
            <a:xfrm flipH="1" rot="10800000">
              <a:off x="3956325" y="181962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4" name="Google Shape;1354;p5"/>
          <p:cNvSpPr txBox="1"/>
          <p:nvPr/>
        </p:nvSpPr>
        <p:spPr>
          <a:xfrm flipH="1">
            <a:off x="5819400" y="2880290"/>
            <a:ext cx="4650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04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1355" name="Google Shape;1355;p5"/>
          <p:cNvCxnSpPr>
            <a:stCxn id="1318" idx="3"/>
            <a:endCxn id="1333" idx="1"/>
          </p:cNvCxnSpPr>
          <p:nvPr/>
        </p:nvCxnSpPr>
        <p:spPr>
          <a:xfrm flipH="1" rot="10800000">
            <a:off x="3445568" y="2711056"/>
            <a:ext cx="784800" cy="526500"/>
          </a:xfrm>
          <a:prstGeom prst="bentConnector3">
            <a:avLst>
              <a:gd fmla="val 5000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6" name="Google Shape;1356;p5"/>
          <p:cNvCxnSpPr>
            <a:stCxn id="1336" idx="3"/>
            <a:endCxn id="1351" idx="1"/>
          </p:cNvCxnSpPr>
          <p:nvPr/>
        </p:nvCxnSpPr>
        <p:spPr>
          <a:xfrm>
            <a:off x="4937317" y="2711032"/>
            <a:ext cx="761100" cy="5274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57" name="Google Shape;1357;p5"/>
          <p:cNvGrpSpPr/>
          <p:nvPr/>
        </p:nvGrpSpPr>
        <p:grpSpPr>
          <a:xfrm>
            <a:off x="7183561" y="2326942"/>
            <a:ext cx="707032" cy="705137"/>
            <a:chOff x="3143340" y="1371133"/>
            <a:chExt cx="942960" cy="940433"/>
          </a:xfrm>
        </p:grpSpPr>
        <p:grpSp>
          <p:nvGrpSpPr>
            <p:cNvPr id="1358" name="Google Shape;1358;p5"/>
            <p:cNvGrpSpPr/>
            <p:nvPr/>
          </p:nvGrpSpPr>
          <p:grpSpPr>
            <a:xfrm>
              <a:off x="3143340" y="1371133"/>
              <a:ext cx="940433" cy="940433"/>
              <a:chOff x="1388550" y="311575"/>
              <a:chExt cx="1099794" cy="1099794"/>
            </a:xfrm>
          </p:grpSpPr>
          <p:sp>
            <p:nvSpPr>
              <p:cNvPr id="1359" name="Google Shape;1359;p5"/>
              <p:cNvSpPr/>
              <p:nvPr/>
            </p:nvSpPr>
            <p:spPr>
              <a:xfrm>
                <a:off x="1388550" y="311575"/>
                <a:ext cx="1099794" cy="1099794"/>
              </a:xfrm>
              <a:custGeom>
                <a:rect b="b" l="l" r="r" t="t"/>
                <a:pathLst>
                  <a:path extrusionOk="0" h="5254" w="5254">
                    <a:moveTo>
                      <a:pt x="4776" y="13"/>
                    </a:moveTo>
                    <a:cubicBezTo>
                      <a:pt x="5032" y="13"/>
                      <a:pt x="5241" y="222"/>
                      <a:pt x="5241" y="478"/>
                    </a:cubicBezTo>
                    <a:lnTo>
                      <a:pt x="5241" y="4776"/>
                    </a:lnTo>
                    <a:cubicBezTo>
                      <a:pt x="5241" y="5033"/>
                      <a:pt x="5032" y="5240"/>
                      <a:pt x="4776" y="5240"/>
                    </a:cubicBezTo>
                    <a:lnTo>
                      <a:pt x="478" y="5240"/>
                    </a:lnTo>
                    <a:cubicBezTo>
                      <a:pt x="221" y="5240"/>
                      <a:pt x="14" y="5033"/>
                      <a:pt x="14" y="4776"/>
                    </a:cubicBezTo>
                    <a:lnTo>
                      <a:pt x="14" y="478"/>
                    </a:lnTo>
                    <a:cubicBezTo>
                      <a:pt x="14" y="222"/>
                      <a:pt x="221" y="13"/>
                      <a:pt x="478" y="13"/>
                    </a:cubicBezTo>
                    <a:close/>
                    <a:moveTo>
                      <a:pt x="478" y="1"/>
                    </a:moveTo>
                    <a:cubicBezTo>
                      <a:pt x="214" y="1"/>
                      <a:pt x="0" y="215"/>
                      <a:pt x="0" y="478"/>
                    </a:cubicBezTo>
                    <a:lnTo>
                      <a:pt x="0" y="4776"/>
                    </a:lnTo>
                    <a:cubicBezTo>
                      <a:pt x="0" y="5040"/>
                      <a:pt x="214" y="5254"/>
                      <a:pt x="478" y="5254"/>
                    </a:cubicBezTo>
                    <a:lnTo>
                      <a:pt x="4776" y="5254"/>
                    </a:lnTo>
                    <a:cubicBezTo>
                      <a:pt x="5039" y="5254"/>
                      <a:pt x="5253" y="5040"/>
                      <a:pt x="5253" y="4776"/>
                    </a:cubicBezTo>
                    <a:lnTo>
                      <a:pt x="5253" y="478"/>
                    </a:lnTo>
                    <a:cubicBezTo>
                      <a:pt x="5253" y="215"/>
                      <a:pt x="5039" y="1"/>
                      <a:pt x="4776" y="1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0" name="Google Shape;1360;p5"/>
              <p:cNvSpPr/>
              <p:nvPr/>
            </p:nvSpPr>
            <p:spPr>
              <a:xfrm>
                <a:off x="1540103" y="463337"/>
                <a:ext cx="796482" cy="796482"/>
              </a:xfrm>
              <a:custGeom>
                <a:rect b="b" l="l" r="r" t="t"/>
                <a:pathLst>
                  <a:path extrusionOk="0" h="3805" w="3805">
                    <a:moveTo>
                      <a:pt x="3458" y="14"/>
                    </a:moveTo>
                    <a:cubicBezTo>
                      <a:pt x="3642" y="14"/>
                      <a:pt x="3791" y="163"/>
                      <a:pt x="3791" y="347"/>
                    </a:cubicBezTo>
                    <a:lnTo>
                      <a:pt x="3791" y="3458"/>
                    </a:lnTo>
                    <a:cubicBezTo>
                      <a:pt x="3791" y="3642"/>
                      <a:pt x="3642" y="3791"/>
                      <a:pt x="3458" y="3791"/>
                    </a:cubicBezTo>
                    <a:lnTo>
                      <a:pt x="347" y="3791"/>
                    </a:lnTo>
                    <a:cubicBezTo>
                      <a:pt x="163" y="3791"/>
                      <a:pt x="14" y="3642"/>
                      <a:pt x="14" y="3458"/>
                    </a:cubicBezTo>
                    <a:lnTo>
                      <a:pt x="14" y="347"/>
                    </a:lnTo>
                    <a:cubicBezTo>
                      <a:pt x="14" y="163"/>
                      <a:pt x="163" y="14"/>
                      <a:pt x="347" y="14"/>
                    </a:cubicBezTo>
                    <a:close/>
                    <a:moveTo>
                      <a:pt x="347" y="0"/>
                    </a:moveTo>
                    <a:cubicBezTo>
                      <a:pt x="156" y="0"/>
                      <a:pt x="1" y="155"/>
                      <a:pt x="1" y="347"/>
                    </a:cubicBezTo>
                    <a:lnTo>
                      <a:pt x="1" y="3458"/>
                    </a:lnTo>
                    <a:cubicBezTo>
                      <a:pt x="1" y="3649"/>
                      <a:pt x="156" y="3804"/>
                      <a:pt x="347" y="3804"/>
                    </a:cubicBezTo>
                    <a:lnTo>
                      <a:pt x="3458" y="3804"/>
                    </a:lnTo>
                    <a:cubicBezTo>
                      <a:pt x="3650" y="3804"/>
                      <a:pt x="3805" y="3649"/>
                      <a:pt x="3805" y="3458"/>
                    </a:cubicBezTo>
                    <a:lnTo>
                      <a:pt x="3805" y="347"/>
                    </a:lnTo>
                    <a:cubicBezTo>
                      <a:pt x="3805" y="155"/>
                      <a:pt x="3650" y="0"/>
                      <a:pt x="3458" y="0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5"/>
              <p:cNvSpPr/>
              <p:nvPr/>
            </p:nvSpPr>
            <p:spPr>
              <a:xfrm>
                <a:off x="2026789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p5"/>
              <p:cNvSpPr/>
              <p:nvPr/>
            </p:nvSpPr>
            <p:spPr>
              <a:xfrm>
                <a:off x="2026789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3" name="Google Shape;1363;p5"/>
              <p:cNvSpPr/>
              <p:nvPr/>
            </p:nvSpPr>
            <p:spPr>
              <a:xfrm>
                <a:off x="1936988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5"/>
              <p:cNvSpPr/>
              <p:nvPr/>
            </p:nvSpPr>
            <p:spPr>
              <a:xfrm>
                <a:off x="1936988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5"/>
              <p:cNvSpPr/>
              <p:nvPr/>
            </p:nvSpPr>
            <p:spPr>
              <a:xfrm>
                <a:off x="1847186" y="471501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6" name="Google Shape;1366;p5"/>
              <p:cNvSpPr/>
              <p:nvPr/>
            </p:nvSpPr>
            <p:spPr>
              <a:xfrm>
                <a:off x="1847186" y="1166887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7" name="Google Shape;1367;p5"/>
              <p:cNvSpPr/>
              <p:nvPr/>
            </p:nvSpPr>
            <p:spPr>
              <a:xfrm>
                <a:off x="1548476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p5"/>
              <p:cNvSpPr/>
              <p:nvPr/>
            </p:nvSpPr>
            <p:spPr>
              <a:xfrm>
                <a:off x="2243862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9" name="Google Shape;1369;p5"/>
            <p:cNvSpPr/>
            <p:nvPr/>
          </p:nvSpPr>
          <p:spPr>
            <a:xfrm>
              <a:off x="3143575" y="181962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5"/>
            <p:cNvSpPr/>
            <p:nvPr/>
          </p:nvSpPr>
          <p:spPr>
            <a:xfrm>
              <a:off x="3143500" y="1783948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5"/>
            <p:cNvSpPr/>
            <p:nvPr/>
          </p:nvSpPr>
          <p:spPr>
            <a:xfrm flipH="1" rot="10800000">
              <a:off x="3956400" y="188557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5"/>
            <p:cNvSpPr/>
            <p:nvPr/>
          </p:nvSpPr>
          <p:spPr>
            <a:xfrm flipH="1" rot="10800000">
              <a:off x="3956325" y="181962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3" name="Google Shape;1373;p5"/>
          <p:cNvSpPr txBox="1"/>
          <p:nvPr/>
        </p:nvSpPr>
        <p:spPr>
          <a:xfrm flipH="1">
            <a:off x="7304575" y="2327013"/>
            <a:ext cx="4650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05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1374" name="Google Shape;1374;p5"/>
          <p:cNvCxnSpPr>
            <a:stCxn id="1353" idx="3"/>
            <a:endCxn id="1373" idx="2"/>
          </p:cNvCxnSpPr>
          <p:nvPr/>
        </p:nvCxnSpPr>
        <p:spPr>
          <a:xfrm flipH="1" rot="10800000">
            <a:off x="6405356" y="3032111"/>
            <a:ext cx="1131600" cy="233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75" name="Google Shape;1375;p5"/>
          <p:cNvGrpSpPr/>
          <p:nvPr/>
        </p:nvGrpSpPr>
        <p:grpSpPr>
          <a:xfrm>
            <a:off x="6636908" y="1309883"/>
            <a:ext cx="1789802" cy="784900"/>
            <a:chOff x="6636908" y="1462283"/>
            <a:chExt cx="1789802" cy="784900"/>
          </a:xfrm>
        </p:grpSpPr>
        <p:sp>
          <p:nvSpPr>
            <p:cNvPr id="1376" name="Google Shape;1376;p5"/>
            <p:cNvSpPr txBox="1"/>
            <p:nvPr/>
          </p:nvSpPr>
          <p:spPr>
            <a:xfrm>
              <a:off x="6636908" y="1758783"/>
              <a:ext cx="17898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Σύγκριση 3 μοντέλων</a:t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7" name="Google Shape;1377;p5"/>
            <p:cNvSpPr txBox="1"/>
            <p:nvPr/>
          </p:nvSpPr>
          <p:spPr>
            <a:xfrm>
              <a:off x="6636910" y="1462283"/>
              <a:ext cx="1789800" cy="31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sp>
        <p:nvSpPr>
          <p:cNvPr id="1378" name="Google Shape;1378;p5"/>
          <p:cNvSpPr txBox="1"/>
          <p:nvPr/>
        </p:nvSpPr>
        <p:spPr>
          <a:xfrm>
            <a:off x="5157009" y="3851974"/>
            <a:ext cx="1789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Διαχωρισμός features</a:t>
            </a:r>
            <a:endParaRPr b="0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79" name="Google Shape;1379;p5"/>
          <p:cNvGrpSpPr/>
          <p:nvPr/>
        </p:nvGrpSpPr>
        <p:grpSpPr>
          <a:xfrm>
            <a:off x="3672490" y="1312568"/>
            <a:ext cx="1799021" cy="784900"/>
            <a:chOff x="3677101" y="1464968"/>
            <a:chExt cx="1799021" cy="784900"/>
          </a:xfrm>
        </p:grpSpPr>
        <p:sp>
          <p:nvSpPr>
            <p:cNvPr id="1380" name="Google Shape;1380;p5"/>
            <p:cNvSpPr txBox="1"/>
            <p:nvPr/>
          </p:nvSpPr>
          <p:spPr>
            <a:xfrm>
              <a:off x="3686322" y="1761468"/>
              <a:ext cx="17898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Ορισμός ετικέτας HIGH </a:t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1" name="Google Shape;1381;p5"/>
            <p:cNvSpPr txBox="1"/>
            <p:nvPr/>
          </p:nvSpPr>
          <p:spPr>
            <a:xfrm>
              <a:off x="3677101" y="1464968"/>
              <a:ext cx="1789800" cy="31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sp>
        <p:nvSpPr>
          <p:cNvPr id="1382" name="Google Shape;1382;p5"/>
          <p:cNvSpPr txBox="1"/>
          <p:nvPr/>
        </p:nvSpPr>
        <p:spPr>
          <a:xfrm>
            <a:off x="2197191" y="3851129"/>
            <a:ext cx="1789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Χρονικό split δεδομένων</a:t>
            </a:r>
            <a:endParaRPr b="0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3" name="Google Shape;1383;p5"/>
          <p:cNvSpPr txBox="1"/>
          <p:nvPr/>
        </p:nvSpPr>
        <p:spPr>
          <a:xfrm>
            <a:off x="407703" y="1671051"/>
            <a:ext cx="2409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Δυαδική ταξινόμηση ημερών</a:t>
            </a:r>
            <a:endParaRPr b="0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6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Ταξινόμηση</a:t>
            </a:r>
            <a:endParaRPr/>
          </a:p>
        </p:txBody>
      </p:sp>
      <p:grpSp>
        <p:nvGrpSpPr>
          <p:cNvPr id="1389" name="Google Shape;1389;p6"/>
          <p:cNvGrpSpPr/>
          <p:nvPr/>
        </p:nvGrpSpPr>
        <p:grpSpPr>
          <a:xfrm>
            <a:off x="2579299" y="2406950"/>
            <a:ext cx="942960" cy="940433"/>
            <a:chOff x="3143340" y="1371133"/>
            <a:chExt cx="942960" cy="940433"/>
          </a:xfrm>
        </p:grpSpPr>
        <p:grpSp>
          <p:nvGrpSpPr>
            <p:cNvPr id="1390" name="Google Shape;1390;p6"/>
            <p:cNvGrpSpPr/>
            <p:nvPr/>
          </p:nvGrpSpPr>
          <p:grpSpPr>
            <a:xfrm>
              <a:off x="3143340" y="1371133"/>
              <a:ext cx="940433" cy="940433"/>
              <a:chOff x="1388550" y="311575"/>
              <a:chExt cx="1099794" cy="1099794"/>
            </a:xfrm>
          </p:grpSpPr>
          <p:sp>
            <p:nvSpPr>
              <p:cNvPr id="1391" name="Google Shape;1391;p6"/>
              <p:cNvSpPr/>
              <p:nvPr/>
            </p:nvSpPr>
            <p:spPr>
              <a:xfrm>
                <a:off x="1388550" y="311575"/>
                <a:ext cx="1099794" cy="1099794"/>
              </a:xfrm>
              <a:custGeom>
                <a:rect b="b" l="l" r="r" t="t"/>
                <a:pathLst>
                  <a:path extrusionOk="0" h="5254" w="5254">
                    <a:moveTo>
                      <a:pt x="4776" y="13"/>
                    </a:moveTo>
                    <a:cubicBezTo>
                      <a:pt x="5032" y="13"/>
                      <a:pt x="5241" y="222"/>
                      <a:pt x="5241" y="478"/>
                    </a:cubicBezTo>
                    <a:lnTo>
                      <a:pt x="5241" y="4776"/>
                    </a:lnTo>
                    <a:cubicBezTo>
                      <a:pt x="5241" y="5033"/>
                      <a:pt x="5032" y="5240"/>
                      <a:pt x="4776" y="5240"/>
                    </a:cubicBezTo>
                    <a:lnTo>
                      <a:pt x="478" y="5240"/>
                    </a:lnTo>
                    <a:cubicBezTo>
                      <a:pt x="221" y="5240"/>
                      <a:pt x="14" y="5033"/>
                      <a:pt x="14" y="4776"/>
                    </a:cubicBezTo>
                    <a:lnTo>
                      <a:pt x="14" y="478"/>
                    </a:lnTo>
                    <a:cubicBezTo>
                      <a:pt x="14" y="222"/>
                      <a:pt x="221" y="13"/>
                      <a:pt x="478" y="13"/>
                    </a:cubicBezTo>
                    <a:close/>
                    <a:moveTo>
                      <a:pt x="478" y="1"/>
                    </a:moveTo>
                    <a:cubicBezTo>
                      <a:pt x="214" y="1"/>
                      <a:pt x="0" y="215"/>
                      <a:pt x="0" y="478"/>
                    </a:cubicBezTo>
                    <a:lnTo>
                      <a:pt x="0" y="4776"/>
                    </a:lnTo>
                    <a:cubicBezTo>
                      <a:pt x="0" y="5040"/>
                      <a:pt x="214" y="5254"/>
                      <a:pt x="478" y="5254"/>
                    </a:cubicBezTo>
                    <a:lnTo>
                      <a:pt x="4776" y="5254"/>
                    </a:lnTo>
                    <a:cubicBezTo>
                      <a:pt x="5039" y="5254"/>
                      <a:pt x="5253" y="5040"/>
                      <a:pt x="5253" y="4776"/>
                    </a:cubicBezTo>
                    <a:lnTo>
                      <a:pt x="5253" y="478"/>
                    </a:lnTo>
                    <a:cubicBezTo>
                      <a:pt x="5253" y="215"/>
                      <a:pt x="5039" y="1"/>
                      <a:pt x="4776" y="1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2" name="Google Shape;1392;p6"/>
              <p:cNvSpPr/>
              <p:nvPr/>
            </p:nvSpPr>
            <p:spPr>
              <a:xfrm>
                <a:off x="1540103" y="463337"/>
                <a:ext cx="796482" cy="796482"/>
              </a:xfrm>
              <a:custGeom>
                <a:rect b="b" l="l" r="r" t="t"/>
                <a:pathLst>
                  <a:path extrusionOk="0" h="3805" w="3805">
                    <a:moveTo>
                      <a:pt x="3458" y="14"/>
                    </a:moveTo>
                    <a:cubicBezTo>
                      <a:pt x="3642" y="14"/>
                      <a:pt x="3791" y="163"/>
                      <a:pt x="3791" y="347"/>
                    </a:cubicBezTo>
                    <a:lnTo>
                      <a:pt x="3791" y="3458"/>
                    </a:lnTo>
                    <a:cubicBezTo>
                      <a:pt x="3791" y="3642"/>
                      <a:pt x="3642" y="3791"/>
                      <a:pt x="3458" y="3791"/>
                    </a:cubicBezTo>
                    <a:lnTo>
                      <a:pt x="347" y="3791"/>
                    </a:lnTo>
                    <a:cubicBezTo>
                      <a:pt x="163" y="3791"/>
                      <a:pt x="14" y="3642"/>
                      <a:pt x="14" y="3458"/>
                    </a:cubicBezTo>
                    <a:lnTo>
                      <a:pt x="14" y="347"/>
                    </a:lnTo>
                    <a:cubicBezTo>
                      <a:pt x="14" y="163"/>
                      <a:pt x="163" y="14"/>
                      <a:pt x="347" y="14"/>
                    </a:cubicBezTo>
                    <a:close/>
                    <a:moveTo>
                      <a:pt x="347" y="0"/>
                    </a:moveTo>
                    <a:cubicBezTo>
                      <a:pt x="156" y="0"/>
                      <a:pt x="1" y="155"/>
                      <a:pt x="1" y="347"/>
                    </a:cubicBezTo>
                    <a:lnTo>
                      <a:pt x="1" y="3458"/>
                    </a:lnTo>
                    <a:cubicBezTo>
                      <a:pt x="1" y="3649"/>
                      <a:pt x="156" y="3804"/>
                      <a:pt x="347" y="3804"/>
                    </a:cubicBezTo>
                    <a:lnTo>
                      <a:pt x="3458" y="3804"/>
                    </a:lnTo>
                    <a:cubicBezTo>
                      <a:pt x="3650" y="3804"/>
                      <a:pt x="3805" y="3649"/>
                      <a:pt x="3805" y="3458"/>
                    </a:cubicBezTo>
                    <a:lnTo>
                      <a:pt x="3805" y="347"/>
                    </a:lnTo>
                    <a:cubicBezTo>
                      <a:pt x="3805" y="155"/>
                      <a:pt x="3650" y="0"/>
                      <a:pt x="3458" y="0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3" name="Google Shape;1393;p6"/>
              <p:cNvSpPr/>
              <p:nvPr/>
            </p:nvSpPr>
            <p:spPr>
              <a:xfrm>
                <a:off x="2026789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4" name="Google Shape;1394;p6"/>
              <p:cNvSpPr/>
              <p:nvPr/>
            </p:nvSpPr>
            <p:spPr>
              <a:xfrm>
                <a:off x="2026789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5" name="Google Shape;1395;p6"/>
              <p:cNvSpPr/>
              <p:nvPr/>
            </p:nvSpPr>
            <p:spPr>
              <a:xfrm>
                <a:off x="1936988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6" name="Google Shape;1396;p6"/>
              <p:cNvSpPr/>
              <p:nvPr/>
            </p:nvSpPr>
            <p:spPr>
              <a:xfrm>
                <a:off x="1936988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7" name="Google Shape;1397;p6"/>
              <p:cNvSpPr/>
              <p:nvPr/>
            </p:nvSpPr>
            <p:spPr>
              <a:xfrm>
                <a:off x="1847186" y="471501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8" name="Google Shape;1398;p6"/>
              <p:cNvSpPr/>
              <p:nvPr/>
            </p:nvSpPr>
            <p:spPr>
              <a:xfrm>
                <a:off x="1847186" y="1166887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9" name="Google Shape;1399;p6"/>
              <p:cNvSpPr/>
              <p:nvPr/>
            </p:nvSpPr>
            <p:spPr>
              <a:xfrm>
                <a:off x="1548476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p6"/>
              <p:cNvSpPr/>
              <p:nvPr/>
            </p:nvSpPr>
            <p:spPr>
              <a:xfrm>
                <a:off x="2243862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01" name="Google Shape;1401;p6"/>
            <p:cNvSpPr/>
            <p:nvPr/>
          </p:nvSpPr>
          <p:spPr>
            <a:xfrm>
              <a:off x="3143575" y="181962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6"/>
            <p:cNvSpPr/>
            <p:nvPr/>
          </p:nvSpPr>
          <p:spPr>
            <a:xfrm>
              <a:off x="3143500" y="1774241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6"/>
            <p:cNvSpPr/>
            <p:nvPr/>
          </p:nvSpPr>
          <p:spPr>
            <a:xfrm flipH="1" rot="10800000">
              <a:off x="3956400" y="188557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6"/>
            <p:cNvSpPr/>
            <p:nvPr/>
          </p:nvSpPr>
          <p:spPr>
            <a:xfrm flipH="1" rot="10800000">
              <a:off x="3956325" y="181962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5" name="Google Shape;1405;p6"/>
          <p:cNvGrpSpPr/>
          <p:nvPr/>
        </p:nvGrpSpPr>
        <p:grpSpPr>
          <a:xfrm>
            <a:off x="2584332" y="1152158"/>
            <a:ext cx="942960" cy="940433"/>
            <a:chOff x="3143340" y="1371133"/>
            <a:chExt cx="942960" cy="940433"/>
          </a:xfrm>
        </p:grpSpPr>
        <p:grpSp>
          <p:nvGrpSpPr>
            <p:cNvPr id="1406" name="Google Shape;1406;p6"/>
            <p:cNvGrpSpPr/>
            <p:nvPr/>
          </p:nvGrpSpPr>
          <p:grpSpPr>
            <a:xfrm>
              <a:off x="3143340" y="1371133"/>
              <a:ext cx="940433" cy="940433"/>
              <a:chOff x="1388550" y="311575"/>
              <a:chExt cx="1099794" cy="1099794"/>
            </a:xfrm>
          </p:grpSpPr>
          <p:sp>
            <p:nvSpPr>
              <p:cNvPr id="1407" name="Google Shape;1407;p6"/>
              <p:cNvSpPr/>
              <p:nvPr/>
            </p:nvSpPr>
            <p:spPr>
              <a:xfrm>
                <a:off x="1388550" y="311575"/>
                <a:ext cx="1099794" cy="1099794"/>
              </a:xfrm>
              <a:custGeom>
                <a:rect b="b" l="l" r="r" t="t"/>
                <a:pathLst>
                  <a:path extrusionOk="0" h="5254" w="5254">
                    <a:moveTo>
                      <a:pt x="4776" y="13"/>
                    </a:moveTo>
                    <a:cubicBezTo>
                      <a:pt x="5032" y="13"/>
                      <a:pt x="5241" y="222"/>
                      <a:pt x="5241" y="478"/>
                    </a:cubicBezTo>
                    <a:lnTo>
                      <a:pt x="5241" y="4776"/>
                    </a:lnTo>
                    <a:cubicBezTo>
                      <a:pt x="5241" y="5033"/>
                      <a:pt x="5032" y="5240"/>
                      <a:pt x="4776" y="5240"/>
                    </a:cubicBezTo>
                    <a:lnTo>
                      <a:pt x="478" y="5240"/>
                    </a:lnTo>
                    <a:cubicBezTo>
                      <a:pt x="221" y="5240"/>
                      <a:pt x="14" y="5033"/>
                      <a:pt x="14" y="4776"/>
                    </a:cubicBezTo>
                    <a:lnTo>
                      <a:pt x="14" y="478"/>
                    </a:lnTo>
                    <a:cubicBezTo>
                      <a:pt x="14" y="222"/>
                      <a:pt x="221" y="13"/>
                      <a:pt x="478" y="13"/>
                    </a:cubicBezTo>
                    <a:close/>
                    <a:moveTo>
                      <a:pt x="478" y="1"/>
                    </a:moveTo>
                    <a:cubicBezTo>
                      <a:pt x="214" y="1"/>
                      <a:pt x="0" y="215"/>
                      <a:pt x="0" y="478"/>
                    </a:cubicBezTo>
                    <a:lnTo>
                      <a:pt x="0" y="4776"/>
                    </a:lnTo>
                    <a:cubicBezTo>
                      <a:pt x="0" y="5040"/>
                      <a:pt x="214" y="5254"/>
                      <a:pt x="478" y="5254"/>
                    </a:cubicBezTo>
                    <a:lnTo>
                      <a:pt x="4776" y="5254"/>
                    </a:lnTo>
                    <a:cubicBezTo>
                      <a:pt x="5039" y="5254"/>
                      <a:pt x="5253" y="5040"/>
                      <a:pt x="5253" y="4776"/>
                    </a:cubicBezTo>
                    <a:lnTo>
                      <a:pt x="5253" y="478"/>
                    </a:lnTo>
                    <a:cubicBezTo>
                      <a:pt x="5253" y="215"/>
                      <a:pt x="5039" y="1"/>
                      <a:pt x="4776" y="1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6"/>
              <p:cNvSpPr/>
              <p:nvPr/>
            </p:nvSpPr>
            <p:spPr>
              <a:xfrm>
                <a:off x="1540103" y="463337"/>
                <a:ext cx="796482" cy="796482"/>
              </a:xfrm>
              <a:custGeom>
                <a:rect b="b" l="l" r="r" t="t"/>
                <a:pathLst>
                  <a:path extrusionOk="0" h="3805" w="3805">
                    <a:moveTo>
                      <a:pt x="3458" y="14"/>
                    </a:moveTo>
                    <a:cubicBezTo>
                      <a:pt x="3642" y="14"/>
                      <a:pt x="3791" y="163"/>
                      <a:pt x="3791" y="347"/>
                    </a:cubicBezTo>
                    <a:lnTo>
                      <a:pt x="3791" y="3458"/>
                    </a:lnTo>
                    <a:cubicBezTo>
                      <a:pt x="3791" y="3642"/>
                      <a:pt x="3642" y="3791"/>
                      <a:pt x="3458" y="3791"/>
                    </a:cubicBezTo>
                    <a:lnTo>
                      <a:pt x="347" y="3791"/>
                    </a:lnTo>
                    <a:cubicBezTo>
                      <a:pt x="163" y="3791"/>
                      <a:pt x="14" y="3642"/>
                      <a:pt x="14" y="3458"/>
                    </a:cubicBezTo>
                    <a:lnTo>
                      <a:pt x="14" y="347"/>
                    </a:lnTo>
                    <a:cubicBezTo>
                      <a:pt x="14" y="163"/>
                      <a:pt x="163" y="14"/>
                      <a:pt x="347" y="14"/>
                    </a:cubicBezTo>
                    <a:close/>
                    <a:moveTo>
                      <a:pt x="347" y="0"/>
                    </a:moveTo>
                    <a:cubicBezTo>
                      <a:pt x="156" y="0"/>
                      <a:pt x="1" y="155"/>
                      <a:pt x="1" y="347"/>
                    </a:cubicBezTo>
                    <a:lnTo>
                      <a:pt x="1" y="3458"/>
                    </a:lnTo>
                    <a:cubicBezTo>
                      <a:pt x="1" y="3649"/>
                      <a:pt x="156" y="3804"/>
                      <a:pt x="347" y="3804"/>
                    </a:cubicBezTo>
                    <a:lnTo>
                      <a:pt x="3458" y="3804"/>
                    </a:lnTo>
                    <a:cubicBezTo>
                      <a:pt x="3650" y="3804"/>
                      <a:pt x="3805" y="3649"/>
                      <a:pt x="3805" y="3458"/>
                    </a:cubicBezTo>
                    <a:lnTo>
                      <a:pt x="3805" y="347"/>
                    </a:lnTo>
                    <a:cubicBezTo>
                      <a:pt x="3805" y="155"/>
                      <a:pt x="3650" y="0"/>
                      <a:pt x="3458" y="0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p6"/>
              <p:cNvSpPr/>
              <p:nvPr/>
            </p:nvSpPr>
            <p:spPr>
              <a:xfrm>
                <a:off x="2026789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0" name="Google Shape;1410;p6"/>
              <p:cNvSpPr/>
              <p:nvPr/>
            </p:nvSpPr>
            <p:spPr>
              <a:xfrm>
                <a:off x="2026789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1" name="Google Shape;1411;p6"/>
              <p:cNvSpPr/>
              <p:nvPr/>
            </p:nvSpPr>
            <p:spPr>
              <a:xfrm>
                <a:off x="1936988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p6"/>
              <p:cNvSpPr/>
              <p:nvPr/>
            </p:nvSpPr>
            <p:spPr>
              <a:xfrm>
                <a:off x="1936988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6"/>
              <p:cNvSpPr/>
              <p:nvPr/>
            </p:nvSpPr>
            <p:spPr>
              <a:xfrm>
                <a:off x="1847186" y="471501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4" name="Google Shape;1414;p6"/>
              <p:cNvSpPr/>
              <p:nvPr/>
            </p:nvSpPr>
            <p:spPr>
              <a:xfrm>
                <a:off x="1847186" y="1166887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5" name="Google Shape;1415;p6"/>
              <p:cNvSpPr/>
              <p:nvPr/>
            </p:nvSpPr>
            <p:spPr>
              <a:xfrm>
                <a:off x="1548476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6" name="Google Shape;1416;p6"/>
              <p:cNvSpPr/>
              <p:nvPr/>
            </p:nvSpPr>
            <p:spPr>
              <a:xfrm>
                <a:off x="2243862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17" name="Google Shape;1417;p6"/>
            <p:cNvSpPr/>
            <p:nvPr/>
          </p:nvSpPr>
          <p:spPr>
            <a:xfrm>
              <a:off x="3143575" y="181962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6"/>
            <p:cNvSpPr/>
            <p:nvPr/>
          </p:nvSpPr>
          <p:spPr>
            <a:xfrm>
              <a:off x="3143500" y="1778576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6"/>
            <p:cNvSpPr/>
            <p:nvPr/>
          </p:nvSpPr>
          <p:spPr>
            <a:xfrm flipH="1" rot="10800000">
              <a:off x="3956400" y="188557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6"/>
            <p:cNvSpPr/>
            <p:nvPr/>
          </p:nvSpPr>
          <p:spPr>
            <a:xfrm flipH="1" rot="10800000">
              <a:off x="3956325" y="181962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1" name="Google Shape;1421;p6"/>
          <p:cNvGrpSpPr/>
          <p:nvPr/>
        </p:nvGrpSpPr>
        <p:grpSpPr>
          <a:xfrm>
            <a:off x="2584332" y="3668133"/>
            <a:ext cx="942960" cy="940433"/>
            <a:chOff x="3143340" y="1371133"/>
            <a:chExt cx="942960" cy="940433"/>
          </a:xfrm>
        </p:grpSpPr>
        <p:grpSp>
          <p:nvGrpSpPr>
            <p:cNvPr id="1422" name="Google Shape;1422;p6"/>
            <p:cNvGrpSpPr/>
            <p:nvPr/>
          </p:nvGrpSpPr>
          <p:grpSpPr>
            <a:xfrm>
              <a:off x="3143340" y="1371133"/>
              <a:ext cx="940433" cy="940433"/>
              <a:chOff x="1388550" y="311575"/>
              <a:chExt cx="1099794" cy="1099794"/>
            </a:xfrm>
          </p:grpSpPr>
          <p:sp>
            <p:nvSpPr>
              <p:cNvPr id="1423" name="Google Shape;1423;p6"/>
              <p:cNvSpPr/>
              <p:nvPr/>
            </p:nvSpPr>
            <p:spPr>
              <a:xfrm>
                <a:off x="1388550" y="311575"/>
                <a:ext cx="1099794" cy="1099794"/>
              </a:xfrm>
              <a:custGeom>
                <a:rect b="b" l="l" r="r" t="t"/>
                <a:pathLst>
                  <a:path extrusionOk="0" h="5254" w="5254">
                    <a:moveTo>
                      <a:pt x="4776" y="13"/>
                    </a:moveTo>
                    <a:cubicBezTo>
                      <a:pt x="5032" y="13"/>
                      <a:pt x="5241" y="222"/>
                      <a:pt x="5241" y="478"/>
                    </a:cubicBezTo>
                    <a:lnTo>
                      <a:pt x="5241" y="4776"/>
                    </a:lnTo>
                    <a:cubicBezTo>
                      <a:pt x="5241" y="5033"/>
                      <a:pt x="5032" y="5240"/>
                      <a:pt x="4776" y="5240"/>
                    </a:cubicBezTo>
                    <a:lnTo>
                      <a:pt x="478" y="5240"/>
                    </a:lnTo>
                    <a:cubicBezTo>
                      <a:pt x="221" y="5240"/>
                      <a:pt x="14" y="5033"/>
                      <a:pt x="14" y="4776"/>
                    </a:cubicBezTo>
                    <a:lnTo>
                      <a:pt x="14" y="478"/>
                    </a:lnTo>
                    <a:cubicBezTo>
                      <a:pt x="14" y="222"/>
                      <a:pt x="221" y="13"/>
                      <a:pt x="478" y="13"/>
                    </a:cubicBezTo>
                    <a:close/>
                    <a:moveTo>
                      <a:pt x="478" y="1"/>
                    </a:moveTo>
                    <a:cubicBezTo>
                      <a:pt x="214" y="1"/>
                      <a:pt x="0" y="215"/>
                      <a:pt x="0" y="478"/>
                    </a:cubicBezTo>
                    <a:lnTo>
                      <a:pt x="0" y="4776"/>
                    </a:lnTo>
                    <a:cubicBezTo>
                      <a:pt x="0" y="5040"/>
                      <a:pt x="214" y="5254"/>
                      <a:pt x="478" y="5254"/>
                    </a:cubicBezTo>
                    <a:lnTo>
                      <a:pt x="4776" y="5254"/>
                    </a:lnTo>
                    <a:cubicBezTo>
                      <a:pt x="5039" y="5254"/>
                      <a:pt x="5253" y="5040"/>
                      <a:pt x="5253" y="4776"/>
                    </a:cubicBezTo>
                    <a:lnTo>
                      <a:pt x="5253" y="478"/>
                    </a:lnTo>
                    <a:cubicBezTo>
                      <a:pt x="5253" y="215"/>
                      <a:pt x="5039" y="1"/>
                      <a:pt x="4776" y="1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6"/>
              <p:cNvSpPr/>
              <p:nvPr/>
            </p:nvSpPr>
            <p:spPr>
              <a:xfrm>
                <a:off x="1540103" y="463337"/>
                <a:ext cx="796482" cy="796482"/>
              </a:xfrm>
              <a:custGeom>
                <a:rect b="b" l="l" r="r" t="t"/>
                <a:pathLst>
                  <a:path extrusionOk="0" h="3805" w="3805">
                    <a:moveTo>
                      <a:pt x="3458" y="14"/>
                    </a:moveTo>
                    <a:cubicBezTo>
                      <a:pt x="3642" y="14"/>
                      <a:pt x="3791" y="163"/>
                      <a:pt x="3791" y="347"/>
                    </a:cubicBezTo>
                    <a:lnTo>
                      <a:pt x="3791" y="3458"/>
                    </a:lnTo>
                    <a:cubicBezTo>
                      <a:pt x="3791" y="3642"/>
                      <a:pt x="3642" y="3791"/>
                      <a:pt x="3458" y="3791"/>
                    </a:cubicBezTo>
                    <a:lnTo>
                      <a:pt x="347" y="3791"/>
                    </a:lnTo>
                    <a:cubicBezTo>
                      <a:pt x="163" y="3791"/>
                      <a:pt x="14" y="3642"/>
                      <a:pt x="14" y="3458"/>
                    </a:cubicBezTo>
                    <a:lnTo>
                      <a:pt x="14" y="347"/>
                    </a:lnTo>
                    <a:cubicBezTo>
                      <a:pt x="14" y="163"/>
                      <a:pt x="163" y="14"/>
                      <a:pt x="347" y="14"/>
                    </a:cubicBezTo>
                    <a:close/>
                    <a:moveTo>
                      <a:pt x="347" y="0"/>
                    </a:moveTo>
                    <a:cubicBezTo>
                      <a:pt x="156" y="0"/>
                      <a:pt x="1" y="155"/>
                      <a:pt x="1" y="347"/>
                    </a:cubicBezTo>
                    <a:lnTo>
                      <a:pt x="1" y="3458"/>
                    </a:lnTo>
                    <a:cubicBezTo>
                      <a:pt x="1" y="3649"/>
                      <a:pt x="156" y="3804"/>
                      <a:pt x="347" y="3804"/>
                    </a:cubicBezTo>
                    <a:lnTo>
                      <a:pt x="3458" y="3804"/>
                    </a:lnTo>
                    <a:cubicBezTo>
                      <a:pt x="3650" y="3804"/>
                      <a:pt x="3805" y="3649"/>
                      <a:pt x="3805" y="3458"/>
                    </a:cubicBezTo>
                    <a:lnTo>
                      <a:pt x="3805" y="347"/>
                    </a:lnTo>
                    <a:cubicBezTo>
                      <a:pt x="3805" y="155"/>
                      <a:pt x="3650" y="0"/>
                      <a:pt x="3458" y="0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6"/>
              <p:cNvSpPr/>
              <p:nvPr/>
            </p:nvSpPr>
            <p:spPr>
              <a:xfrm>
                <a:off x="2026789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p6"/>
              <p:cNvSpPr/>
              <p:nvPr/>
            </p:nvSpPr>
            <p:spPr>
              <a:xfrm>
                <a:off x="2026789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7" name="Google Shape;1427;p6"/>
              <p:cNvSpPr/>
              <p:nvPr/>
            </p:nvSpPr>
            <p:spPr>
              <a:xfrm>
                <a:off x="1936988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p6"/>
              <p:cNvSpPr/>
              <p:nvPr/>
            </p:nvSpPr>
            <p:spPr>
              <a:xfrm>
                <a:off x="1936988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p6"/>
              <p:cNvSpPr/>
              <p:nvPr/>
            </p:nvSpPr>
            <p:spPr>
              <a:xfrm>
                <a:off x="1847186" y="471501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0" name="Google Shape;1430;p6"/>
              <p:cNvSpPr/>
              <p:nvPr/>
            </p:nvSpPr>
            <p:spPr>
              <a:xfrm>
                <a:off x="1847186" y="1166887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1" name="Google Shape;1431;p6"/>
              <p:cNvSpPr/>
              <p:nvPr/>
            </p:nvSpPr>
            <p:spPr>
              <a:xfrm>
                <a:off x="1548476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p6"/>
              <p:cNvSpPr/>
              <p:nvPr/>
            </p:nvSpPr>
            <p:spPr>
              <a:xfrm>
                <a:off x="2243862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33" name="Google Shape;1433;p6"/>
            <p:cNvSpPr/>
            <p:nvPr/>
          </p:nvSpPr>
          <p:spPr>
            <a:xfrm>
              <a:off x="3143575" y="181962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6"/>
            <p:cNvSpPr/>
            <p:nvPr/>
          </p:nvSpPr>
          <p:spPr>
            <a:xfrm>
              <a:off x="3143500" y="1799109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6"/>
            <p:cNvSpPr/>
            <p:nvPr/>
          </p:nvSpPr>
          <p:spPr>
            <a:xfrm flipH="1" rot="10800000">
              <a:off x="3956400" y="188557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6"/>
            <p:cNvSpPr/>
            <p:nvPr/>
          </p:nvSpPr>
          <p:spPr>
            <a:xfrm flipH="1" rot="10800000">
              <a:off x="3956325" y="181962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7" name="Google Shape;1437;p6"/>
          <p:cNvSpPr txBox="1"/>
          <p:nvPr/>
        </p:nvSpPr>
        <p:spPr>
          <a:xfrm>
            <a:off x="714850" y="2632967"/>
            <a:ext cx="1265100" cy="488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MoDELS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1438" name="Google Shape;1438;p6"/>
          <p:cNvCxnSpPr>
            <a:stCxn id="1437" idx="0"/>
            <a:endCxn id="1418" idx="1"/>
          </p:cNvCxnSpPr>
          <p:nvPr/>
        </p:nvCxnSpPr>
        <p:spPr>
          <a:xfrm rot="-5400000">
            <a:off x="1461850" y="1510217"/>
            <a:ext cx="1008300" cy="123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9" name="Google Shape;1439;p6"/>
          <p:cNvCxnSpPr>
            <a:stCxn id="1437" idx="3"/>
            <a:endCxn id="1402" idx="1"/>
          </p:cNvCxnSpPr>
          <p:nvPr/>
        </p:nvCxnSpPr>
        <p:spPr>
          <a:xfrm flipH="1" rot="10800000">
            <a:off x="1979950" y="2875067"/>
            <a:ext cx="599400" cy="2100"/>
          </a:xfrm>
          <a:prstGeom prst="bentConnector3">
            <a:avLst>
              <a:gd fmla="val 5000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0" name="Google Shape;1440;p6"/>
          <p:cNvCxnSpPr>
            <a:stCxn id="1437" idx="2"/>
            <a:endCxn id="1434" idx="1"/>
          </p:cNvCxnSpPr>
          <p:nvPr/>
        </p:nvCxnSpPr>
        <p:spPr>
          <a:xfrm flipH="1" rot="-5400000">
            <a:off x="1446100" y="3022667"/>
            <a:ext cx="1039800" cy="123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41" name="Google Shape;1441;p6"/>
          <p:cNvGrpSpPr/>
          <p:nvPr/>
        </p:nvGrpSpPr>
        <p:grpSpPr>
          <a:xfrm>
            <a:off x="2902008" y="2666631"/>
            <a:ext cx="297540" cy="376070"/>
            <a:chOff x="5632666" y="3805806"/>
            <a:chExt cx="297540" cy="376070"/>
          </a:xfrm>
        </p:grpSpPr>
        <p:sp>
          <p:nvSpPr>
            <p:cNvPr id="1442" name="Google Shape;1442;p6"/>
            <p:cNvSpPr/>
            <p:nvPr/>
          </p:nvSpPr>
          <p:spPr>
            <a:xfrm>
              <a:off x="5632666" y="3805806"/>
              <a:ext cx="297540" cy="376070"/>
            </a:xfrm>
            <a:custGeom>
              <a:rect b="b" l="l" r="r" t="t"/>
              <a:pathLst>
                <a:path extrusionOk="0" h="13744" w="10874">
                  <a:moveTo>
                    <a:pt x="8457" y="804"/>
                  </a:moveTo>
                  <a:lnTo>
                    <a:pt x="8457" y="4193"/>
                  </a:lnTo>
                  <a:lnTo>
                    <a:pt x="10068" y="5804"/>
                  </a:lnTo>
                  <a:lnTo>
                    <a:pt x="10068" y="6844"/>
                  </a:lnTo>
                  <a:lnTo>
                    <a:pt x="9262" y="6844"/>
                  </a:lnTo>
                  <a:lnTo>
                    <a:pt x="9262" y="9024"/>
                  </a:lnTo>
                  <a:lnTo>
                    <a:pt x="10068" y="9829"/>
                  </a:lnTo>
                  <a:lnTo>
                    <a:pt x="10068" y="11328"/>
                  </a:lnTo>
                  <a:lnTo>
                    <a:pt x="806" y="11328"/>
                  </a:lnTo>
                  <a:lnTo>
                    <a:pt x="806" y="804"/>
                  </a:lnTo>
                  <a:close/>
                  <a:moveTo>
                    <a:pt x="10068" y="12133"/>
                  </a:moveTo>
                  <a:lnTo>
                    <a:pt x="10068" y="12939"/>
                  </a:lnTo>
                  <a:lnTo>
                    <a:pt x="806" y="12939"/>
                  </a:lnTo>
                  <a:lnTo>
                    <a:pt x="806" y="12133"/>
                  </a:lnTo>
                  <a:close/>
                  <a:moveTo>
                    <a:pt x="1" y="0"/>
                  </a:moveTo>
                  <a:lnTo>
                    <a:pt x="1" y="13744"/>
                  </a:lnTo>
                  <a:lnTo>
                    <a:pt x="10873" y="13744"/>
                  </a:lnTo>
                  <a:lnTo>
                    <a:pt x="10873" y="9496"/>
                  </a:lnTo>
                  <a:lnTo>
                    <a:pt x="10068" y="8691"/>
                  </a:lnTo>
                  <a:lnTo>
                    <a:pt x="10068" y="7649"/>
                  </a:lnTo>
                  <a:lnTo>
                    <a:pt x="10873" y="7649"/>
                  </a:lnTo>
                  <a:lnTo>
                    <a:pt x="10873" y="5469"/>
                  </a:lnTo>
                  <a:lnTo>
                    <a:pt x="9262" y="3860"/>
                  </a:lnTo>
                  <a:lnTo>
                    <a:pt x="92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6"/>
            <p:cNvSpPr/>
            <p:nvPr/>
          </p:nvSpPr>
          <p:spPr>
            <a:xfrm>
              <a:off x="5676747" y="3849833"/>
              <a:ext cx="165297" cy="121243"/>
            </a:xfrm>
            <a:custGeom>
              <a:rect b="b" l="l" r="r" t="t"/>
              <a:pathLst>
                <a:path extrusionOk="0" h="4431" w="6041">
                  <a:moveTo>
                    <a:pt x="1745" y="806"/>
                  </a:moveTo>
                  <a:lnTo>
                    <a:pt x="1745" y="3626"/>
                  </a:lnTo>
                  <a:lnTo>
                    <a:pt x="806" y="3626"/>
                  </a:lnTo>
                  <a:lnTo>
                    <a:pt x="806" y="806"/>
                  </a:lnTo>
                  <a:close/>
                  <a:moveTo>
                    <a:pt x="3491" y="806"/>
                  </a:moveTo>
                  <a:lnTo>
                    <a:pt x="3491" y="3626"/>
                  </a:lnTo>
                  <a:lnTo>
                    <a:pt x="2550" y="3626"/>
                  </a:lnTo>
                  <a:lnTo>
                    <a:pt x="2550" y="806"/>
                  </a:lnTo>
                  <a:close/>
                  <a:moveTo>
                    <a:pt x="5235" y="806"/>
                  </a:moveTo>
                  <a:lnTo>
                    <a:pt x="5235" y="3626"/>
                  </a:lnTo>
                  <a:lnTo>
                    <a:pt x="4296" y="3626"/>
                  </a:lnTo>
                  <a:lnTo>
                    <a:pt x="4296" y="806"/>
                  </a:lnTo>
                  <a:close/>
                  <a:moveTo>
                    <a:pt x="1" y="1"/>
                  </a:moveTo>
                  <a:lnTo>
                    <a:pt x="1" y="4431"/>
                  </a:lnTo>
                  <a:lnTo>
                    <a:pt x="6040" y="4431"/>
                  </a:lnTo>
                  <a:lnTo>
                    <a:pt x="60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4" name="Google Shape;1444;p6"/>
          <p:cNvGrpSpPr/>
          <p:nvPr/>
        </p:nvGrpSpPr>
        <p:grpSpPr>
          <a:xfrm>
            <a:off x="2867765" y="1429202"/>
            <a:ext cx="376098" cy="376125"/>
            <a:chOff x="7220977" y="3805752"/>
            <a:chExt cx="376098" cy="376125"/>
          </a:xfrm>
        </p:grpSpPr>
        <p:sp>
          <p:nvSpPr>
            <p:cNvPr id="1445" name="Google Shape;1445;p6"/>
            <p:cNvSpPr/>
            <p:nvPr/>
          </p:nvSpPr>
          <p:spPr>
            <a:xfrm>
              <a:off x="7220977" y="3805752"/>
              <a:ext cx="376098" cy="376125"/>
            </a:xfrm>
            <a:custGeom>
              <a:rect b="b" l="l" r="r" t="t"/>
              <a:pathLst>
                <a:path extrusionOk="0" h="13746" w="13745">
                  <a:moveTo>
                    <a:pt x="2443" y="2417"/>
                  </a:moveTo>
                  <a:lnTo>
                    <a:pt x="2443" y="3652"/>
                  </a:lnTo>
                  <a:lnTo>
                    <a:pt x="1638" y="3652"/>
                  </a:lnTo>
                  <a:lnTo>
                    <a:pt x="1638" y="2417"/>
                  </a:lnTo>
                  <a:close/>
                  <a:moveTo>
                    <a:pt x="5663" y="2417"/>
                  </a:moveTo>
                  <a:lnTo>
                    <a:pt x="5663" y="3652"/>
                  </a:lnTo>
                  <a:lnTo>
                    <a:pt x="4859" y="3652"/>
                  </a:lnTo>
                  <a:lnTo>
                    <a:pt x="4859" y="2417"/>
                  </a:lnTo>
                  <a:close/>
                  <a:moveTo>
                    <a:pt x="8885" y="2417"/>
                  </a:moveTo>
                  <a:lnTo>
                    <a:pt x="8885" y="3652"/>
                  </a:lnTo>
                  <a:lnTo>
                    <a:pt x="8080" y="3652"/>
                  </a:lnTo>
                  <a:lnTo>
                    <a:pt x="8080" y="2417"/>
                  </a:lnTo>
                  <a:close/>
                  <a:moveTo>
                    <a:pt x="12107" y="2417"/>
                  </a:moveTo>
                  <a:lnTo>
                    <a:pt x="12107" y="3652"/>
                  </a:lnTo>
                  <a:lnTo>
                    <a:pt x="11301" y="3652"/>
                  </a:lnTo>
                  <a:lnTo>
                    <a:pt x="11301" y="2417"/>
                  </a:lnTo>
                  <a:close/>
                  <a:moveTo>
                    <a:pt x="12939" y="4458"/>
                  </a:moveTo>
                  <a:lnTo>
                    <a:pt x="12939" y="9289"/>
                  </a:lnTo>
                  <a:lnTo>
                    <a:pt x="806" y="9289"/>
                  </a:lnTo>
                  <a:lnTo>
                    <a:pt x="806" y="4458"/>
                  </a:lnTo>
                  <a:close/>
                  <a:moveTo>
                    <a:pt x="2443" y="10094"/>
                  </a:moveTo>
                  <a:lnTo>
                    <a:pt x="2443" y="11330"/>
                  </a:lnTo>
                  <a:lnTo>
                    <a:pt x="1638" y="11330"/>
                  </a:lnTo>
                  <a:lnTo>
                    <a:pt x="1638" y="10094"/>
                  </a:lnTo>
                  <a:close/>
                  <a:moveTo>
                    <a:pt x="5663" y="10094"/>
                  </a:moveTo>
                  <a:lnTo>
                    <a:pt x="5663" y="11330"/>
                  </a:lnTo>
                  <a:lnTo>
                    <a:pt x="4859" y="11330"/>
                  </a:lnTo>
                  <a:lnTo>
                    <a:pt x="4859" y="10094"/>
                  </a:lnTo>
                  <a:close/>
                  <a:moveTo>
                    <a:pt x="8885" y="10094"/>
                  </a:moveTo>
                  <a:lnTo>
                    <a:pt x="8885" y="11330"/>
                  </a:lnTo>
                  <a:lnTo>
                    <a:pt x="8080" y="11330"/>
                  </a:lnTo>
                  <a:lnTo>
                    <a:pt x="8080" y="10094"/>
                  </a:lnTo>
                  <a:close/>
                  <a:moveTo>
                    <a:pt x="12107" y="10094"/>
                  </a:moveTo>
                  <a:lnTo>
                    <a:pt x="12107" y="11330"/>
                  </a:lnTo>
                  <a:lnTo>
                    <a:pt x="11301" y="11330"/>
                  </a:lnTo>
                  <a:lnTo>
                    <a:pt x="11301" y="10094"/>
                  </a:lnTo>
                  <a:close/>
                  <a:moveTo>
                    <a:pt x="1638" y="1"/>
                  </a:moveTo>
                  <a:lnTo>
                    <a:pt x="1638" y="1612"/>
                  </a:lnTo>
                  <a:lnTo>
                    <a:pt x="832" y="1612"/>
                  </a:lnTo>
                  <a:lnTo>
                    <a:pt x="832" y="3652"/>
                  </a:lnTo>
                  <a:lnTo>
                    <a:pt x="0" y="3652"/>
                  </a:lnTo>
                  <a:lnTo>
                    <a:pt x="0" y="10094"/>
                  </a:lnTo>
                  <a:lnTo>
                    <a:pt x="832" y="10094"/>
                  </a:lnTo>
                  <a:lnTo>
                    <a:pt x="832" y="12135"/>
                  </a:lnTo>
                  <a:lnTo>
                    <a:pt x="1638" y="12135"/>
                  </a:lnTo>
                  <a:lnTo>
                    <a:pt x="1638" y="13746"/>
                  </a:lnTo>
                  <a:lnTo>
                    <a:pt x="2443" y="13746"/>
                  </a:lnTo>
                  <a:lnTo>
                    <a:pt x="2443" y="12135"/>
                  </a:lnTo>
                  <a:lnTo>
                    <a:pt x="3249" y="12135"/>
                  </a:lnTo>
                  <a:lnTo>
                    <a:pt x="3249" y="10094"/>
                  </a:lnTo>
                  <a:lnTo>
                    <a:pt x="4053" y="10094"/>
                  </a:lnTo>
                  <a:lnTo>
                    <a:pt x="4053" y="12135"/>
                  </a:lnTo>
                  <a:lnTo>
                    <a:pt x="4858" y="12135"/>
                  </a:lnTo>
                  <a:lnTo>
                    <a:pt x="4858" y="13746"/>
                  </a:lnTo>
                  <a:lnTo>
                    <a:pt x="5663" y="13746"/>
                  </a:lnTo>
                  <a:lnTo>
                    <a:pt x="5663" y="12135"/>
                  </a:lnTo>
                  <a:lnTo>
                    <a:pt x="6469" y="12135"/>
                  </a:lnTo>
                  <a:lnTo>
                    <a:pt x="6469" y="10094"/>
                  </a:lnTo>
                  <a:lnTo>
                    <a:pt x="7274" y="10094"/>
                  </a:lnTo>
                  <a:lnTo>
                    <a:pt x="7274" y="12135"/>
                  </a:lnTo>
                  <a:lnTo>
                    <a:pt x="8080" y="12135"/>
                  </a:lnTo>
                  <a:lnTo>
                    <a:pt x="8080" y="13746"/>
                  </a:lnTo>
                  <a:lnTo>
                    <a:pt x="8885" y="13746"/>
                  </a:lnTo>
                  <a:lnTo>
                    <a:pt x="8885" y="12135"/>
                  </a:lnTo>
                  <a:lnTo>
                    <a:pt x="9690" y="12135"/>
                  </a:lnTo>
                  <a:lnTo>
                    <a:pt x="9690" y="10094"/>
                  </a:lnTo>
                  <a:lnTo>
                    <a:pt x="10496" y="10094"/>
                  </a:lnTo>
                  <a:lnTo>
                    <a:pt x="10496" y="12135"/>
                  </a:lnTo>
                  <a:lnTo>
                    <a:pt x="11301" y="12135"/>
                  </a:lnTo>
                  <a:lnTo>
                    <a:pt x="11301" y="13746"/>
                  </a:lnTo>
                  <a:lnTo>
                    <a:pt x="12107" y="13746"/>
                  </a:lnTo>
                  <a:lnTo>
                    <a:pt x="12107" y="12135"/>
                  </a:lnTo>
                  <a:lnTo>
                    <a:pt x="12912" y="12135"/>
                  </a:lnTo>
                  <a:lnTo>
                    <a:pt x="12912" y="10094"/>
                  </a:lnTo>
                  <a:lnTo>
                    <a:pt x="13744" y="10094"/>
                  </a:lnTo>
                  <a:lnTo>
                    <a:pt x="13744" y="3652"/>
                  </a:lnTo>
                  <a:lnTo>
                    <a:pt x="12912" y="3652"/>
                  </a:lnTo>
                  <a:lnTo>
                    <a:pt x="12912" y="1612"/>
                  </a:lnTo>
                  <a:lnTo>
                    <a:pt x="12107" y="1612"/>
                  </a:lnTo>
                  <a:lnTo>
                    <a:pt x="12107" y="1"/>
                  </a:lnTo>
                  <a:lnTo>
                    <a:pt x="11301" y="1"/>
                  </a:lnTo>
                  <a:lnTo>
                    <a:pt x="11301" y="1612"/>
                  </a:lnTo>
                  <a:lnTo>
                    <a:pt x="10496" y="1612"/>
                  </a:lnTo>
                  <a:lnTo>
                    <a:pt x="10496" y="3652"/>
                  </a:lnTo>
                  <a:lnTo>
                    <a:pt x="9690" y="3652"/>
                  </a:lnTo>
                  <a:lnTo>
                    <a:pt x="9690" y="1612"/>
                  </a:lnTo>
                  <a:lnTo>
                    <a:pt x="8885" y="1612"/>
                  </a:lnTo>
                  <a:lnTo>
                    <a:pt x="8885" y="1"/>
                  </a:lnTo>
                  <a:lnTo>
                    <a:pt x="8080" y="1"/>
                  </a:lnTo>
                  <a:lnTo>
                    <a:pt x="8080" y="1612"/>
                  </a:lnTo>
                  <a:lnTo>
                    <a:pt x="7274" y="1612"/>
                  </a:lnTo>
                  <a:lnTo>
                    <a:pt x="7274" y="3652"/>
                  </a:lnTo>
                  <a:lnTo>
                    <a:pt x="6469" y="3652"/>
                  </a:lnTo>
                  <a:lnTo>
                    <a:pt x="6469" y="1612"/>
                  </a:lnTo>
                  <a:lnTo>
                    <a:pt x="5663" y="1612"/>
                  </a:lnTo>
                  <a:lnTo>
                    <a:pt x="5663" y="1"/>
                  </a:lnTo>
                  <a:lnTo>
                    <a:pt x="4858" y="1"/>
                  </a:lnTo>
                  <a:lnTo>
                    <a:pt x="4858" y="1612"/>
                  </a:lnTo>
                  <a:lnTo>
                    <a:pt x="4053" y="1612"/>
                  </a:lnTo>
                  <a:lnTo>
                    <a:pt x="4053" y="3652"/>
                  </a:lnTo>
                  <a:lnTo>
                    <a:pt x="3249" y="3652"/>
                  </a:lnTo>
                  <a:lnTo>
                    <a:pt x="3249" y="1612"/>
                  </a:lnTo>
                  <a:lnTo>
                    <a:pt x="2443" y="1612"/>
                  </a:lnTo>
                  <a:lnTo>
                    <a:pt x="24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6"/>
            <p:cNvSpPr/>
            <p:nvPr/>
          </p:nvSpPr>
          <p:spPr>
            <a:xfrm>
              <a:off x="7364931" y="3949760"/>
              <a:ext cx="88189" cy="88135"/>
            </a:xfrm>
            <a:custGeom>
              <a:rect b="b" l="l" r="r" t="t"/>
              <a:pathLst>
                <a:path extrusionOk="0" h="3221" w="3223">
                  <a:moveTo>
                    <a:pt x="1611" y="806"/>
                  </a:moveTo>
                  <a:cubicBezTo>
                    <a:pt x="2055" y="806"/>
                    <a:pt x="2417" y="1167"/>
                    <a:pt x="2417" y="1611"/>
                  </a:cubicBezTo>
                  <a:cubicBezTo>
                    <a:pt x="2417" y="2055"/>
                    <a:pt x="2055" y="2416"/>
                    <a:pt x="1611" y="2416"/>
                  </a:cubicBezTo>
                  <a:cubicBezTo>
                    <a:pt x="1167" y="2416"/>
                    <a:pt x="806" y="2055"/>
                    <a:pt x="806" y="1611"/>
                  </a:cubicBezTo>
                  <a:cubicBezTo>
                    <a:pt x="806" y="1167"/>
                    <a:pt x="1167" y="806"/>
                    <a:pt x="1611" y="806"/>
                  </a:cubicBezTo>
                  <a:close/>
                  <a:moveTo>
                    <a:pt x="1611" y="0"/>
                  </a:moveTo>
                  <a:cubicBezTo>
                    <a:pt x="723" y="0"/>
                    <a:pt x="0" y="723"/>
                    <a:pt x="0" y="1611"/>
                  </a:cubicBezTo>
                  <a:cubicBezTo>
                    <a:pt x="0" y="2498"/>
                    <a:pt x="723" y="3220"/>
                    <a:pt x="1611" y="3220"/>
                  </a:cubicBezTo>
                  <a:cubicBezTo>
                    <a:pt x="2500" y="3220"/>
                    <a:pt x="3222" y="2498"/>
                    <a:pt x="3222" y="1611"/>
                  </a:cubicBezTo>
                  <a:cubicBezTo>
                    <a:pt x="3222" y="723"/>
                    <a:pt x="2500" y="0"/>
                    <a:pt x="16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7" name="Google Shape;1447;p6"/>
          <p:cNvGrpSpPr/>
          <p:nvPr/>
        </p:nvGrpSpPr>
        <p:grpSpPr>
          <a:xfrm>
            <a:off x="2867762" y="3904027"/>
            <a:ext cx="376098" cy="376125"/>
            <a:chOff x="8036024" y="3805752"/>
            <a:chExt cx="376098" cy="376125"/>
          </a:xfrm>
        </p:grpSpPr>
        <p:sp>
          <p:nvSpPr>
            <p:cNvPr id="1448" name="Google Shape;1448;p6"/>
            <p:cNvSpPr/>
            <p:nvPr/>
          </p:nvSpPr>
          <p:spPr>
            <a:xfrm>
              <a:off x="8036024" y="3805752"/>
              <a:ext cx="376098" cy="376125"/>
            </a:xfrm>
            <a:custGeom>
              <a:rect b="b" l="l" r="r" t="t"/>
              <a:pathLst>
                <a:path extrusionOk="0" h="13746" w="13745">
                  <a:moveTo>
                    <a:pt x="6872" y="806"/>
                  </a:moveTo>
                  <a:cubicBezTo>
                    <a:pt x="10216" y="806"/>
                    <a:pt x="12939" y="3529"/>
                    <a:pt x="12939" y="6874"/>
                  </a:cubicBezTo>
                  <a:cubicBezTo>
                    <a:pt x="12939" y="10218"/>
                    <a:pt x="10216" y="12941"/>
                    <a:pt x="6872" y="12941"/>
                  </a:cubicBezTo>
                  <a:cubicBezTo>
                    <a:pt x="3527" y="12941"/>
                    <a:pt x="805" y="10219"/>
                    <a:pt x="805" y="6874"/>
                  </a:cubicBezTo>
                  <a:cubicBezTo>
                    <a:pt x="805" y="3529"/>
                    <a:pt x="3527" y="806"/>
                    <a:pt x="6872" y="806"/>
                  </a:cubicBezTo>
                  <a:close/>
                  <a:moveTo>
                    <a:pt x="12939" y="10108"/>
                  </a:moveTo>
                  <a:lnTo>
                    <a:pt x="12939" y="12941"/>
                  </a:lnTo>
                  <a:lnTo>
                    <a:pt x="11730" y="12941"/>
                  </a:lnTo>
                  <a:lnTo>
                    <a:pt x="11730" y="11733"/>
                  </a:lnTo>
                  <a:cubicBezTo>
                    <a:pt x="12218" y="11245"/>
                    <a:pt x="12623" y="10699"/>
                    <a:pt x="12939" y="10108"/>
                  </a:cubicBezTo>
                  <a:close/>
                  <a:moveTo>
                    <a:pt x="6872" y="1"/>
                  </a:moveTo>
                  <a:cubicBezTo>
                    <a:pt x="5037" y="1"/>
                    <a:pt x="3311" y="716"/>
                    <a:pt x="2013" y="2014"/>
                  </a:cubicBezTo>
                  <a:cubicBezTo>
                    <a:pt x="715" y="3312"/>
                    <a:pt x="1" y="5038"/>
                    <a:pt x="1" y="6874"/>
                  </a:cubicBezTo>
                  <a:cubicBezTo>
                    <a:pt x="1" y="8708"/>
                    <a:pt x="715" y="10434"/>
                    <a:pt x="2013" y="11733"/>
                  </a:cubicBezTo>
                  <a:cubicBezTo>
                    <a:pt x="3311" y="13031"/>
                    <a:pt x="5037" y="13746"/>
                    <a:pt x="6872" y="13746"/>
                  </a:cubicBezTo>
                  <a:cubicBezTo>
                    <a:pt x="8350" y="13746"/>
                    <a:pt x="9755" y="13282"/>
                    <a:pt x="10926" y="12425"/>
                  </a:cubicBezTo>
                  <a:lnTo>
                    <a:pt x="10926" y="13746"/>
                  </a:lnTo>
                  <a:lnTo>
                    <a:pt x="13744" y="13746"/>
                  </a:lnTo>
                  <a:lnTo>
                    <a:pt x="13744" y="6874"/>
                  </a:lnTo>
                  <a:cubicBezTo>
                    <a:pt x="13744" y="5038"/>
                    <a:pt x="13029" y="3312"/>
                    <a:pt x="11732" y="2014"/>
                  </a:cubicBezTo>
                  <a:cubicBezTo>
                    <a:pt x="10433" y="716"/>
                    <a:pt x="8708" y="1"/>
                    <a:pt x="68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6"/>
            <p:cNvSpPr/>
            <p:nvPr/>
          </p:nvSpPr>
          <p:spPr>
            <a:xfrm>
              <a:off x="8080050" y="3849833"/>
              <a:ext cx="287990" cy="287990"/>
            </a:xfrm>
            <a:custGeom>
              <a:rect b="b" l="l" r="r" t="t"/>
              <a:pathLst>
                <a:path extrusionOk="0" h="10525" w="10525">
                  <a:moveTo>
                    <a:pt x="5263" y="806"/>
                  </a:moveTo>
                  <a:cubicBezTo>
                    <a:pt x="6973" y="806"/>
                    <a:pt x="8461" y="1774"/>
                    <a:pt x="9208" y="3193"/>
                  </a:cubicBezTo>
                  <a:lnTo>
                    <a:pt x="6956" y="4126"/>
                  </a:lnTo>
                  <a:cubicBezTo>
                    <a:pt x="6589" y="3581"/>
                    <a:pt x="5968" y="3222"/>
                    <a:pt x="5263" y="3222"/>
                  </a:cubicBezTo>
                  <a:cubicBezTo>
                    <a:pt x="4558" y="3222"/>
                    <a:pt x="3937" y="3581"/>
                    <a:pt x="3570" y="4126"/>
                  </a:cubicBezTo>
                  <a:lnTo>
                    <a:pt x="1318" y="3193"/>
                  </a:lnTo>
                  <a:cubicBezTo>
                    <a:pt x="2064" y="1774"/>
                    <a:pt x="3553" y="806"/>
                    <a:pt x="5263" y="806"/>
                  </a:cubicBezTo>
                  <a:close/>
                  <a:moveTo>
                    <a:pt x="5263" y="4028"/>
                  </a:moveTo>
                  <a:cubicBezTo>
                    <a:pt x="5944" y="4028"/>
                    <a:pt x="6498" y="4581"/>
                    <a:pt x="6498" y="5263"/>
                  </a:cubicBezTo>
                  <a:cubicBezTo>
                    <a:pt x="6498" y="5943"/>
                    <a:pt x="5944" y="6497"/>
                    <a:pt x="5263" y="6497"/>
                  </a:cubicBezTo>
                  <a:cubicBezTo>
                    <a:pt x="4582" y="6497"/>
                    <a:pt x="4028" y="5943"/>
                    <a:pt x="4028" y="5263"/>
                  </a:cubicBezTo>
                  <a:cubicBezTo>
                    <a:pt x="4028" y="4581"/>
                    <a:pt x="4582" y="4028"/>
                    <a:pt x="5263" y="4028"/>
                  </a:cubicBezTo>
                  <a:close/>
                  <a:moveTo>
                    <a:pt x="1009" y="3936"/>
                  </a:moveTo>
                  <a:lnTo>
                    <a:pt x="3260" y="4870"/>
                  </a:lnTo>
                  <a:cubicBezTo>
                    <a:pt x="3237" y="4996"/>
                    <a:pt x="3223" y="5128"/>
                    <a:pt x="3223" y="5263"/>
                  </a:cubicBezTo>
                  <a:cubicBezTo>
                    <a:pt x="3223" y="5397"/>
                    <a:pt x="3237" y="5529"/>
                    <a:pt x="3260" y="5655"/>
                  </a:cubicBezTo>
                  <a:lnTo>
                    <a:pt x="1009" y="6589"/>
                  </a:lnTo>
                  <a:cubicBezTo>
                    <a:pt x="878" y="6170"/>
                    <a:pt x="806" y="5724"/>
                    <a:pt x="806" y="5263"/>
                  </a:cubicBezTo>
                  <a:cubicBezTo>
                    <a:pt x="806" y="4801"/>
                    <a:pt x="878" y="4355"/>
                    <a:pt x="1009" y="3936"/>
                  </a:cubicBezTo>
                  <a:close/>
                  <a:moveTo>
                    <a:pt x="9518" y="3936"/>
                  </a:moveTo>
                  <a:cubicBezTo>
                    <a:pt x="9649" y="4355"/>
                    <a:pt x="9719" y="4801"/>
                    <a:pt x="9719" y="5263"/>
                  </a:cubicBezTo>
                  <a:cubicBezTo>
                    <a:pt x="9719" y="5724"/>
                    <a:pt x="9649" y="6170"/>
                    <a:pt x="9518" y="6589"/>
                  </a:cubicBezTo>
                  <a:lnTo>
                    <a:pt x="7265" y="5655"/>
                  </a:lnTo>
                  <a:cubicBezTo>
                    <a:pt x="7290" y="5529"/>
                    <a:pt x="7303" y="5397"/>
                    <a:pt x="7303" y="5263"/>
                  </a:cubicBezTo>
                  <a:cubicBezTo>
                    <a:pt x="7303" y="5128"/>
                    <a:pt x="7290" y="4996"/>
                    <a:pt x="7265" y="4870"/>
                  </a:cubicBezTo>
                  <a:lnTo>
                    <a:pt x="9518" y="3936"/>
                  </a:lnTo>
                  <a:close/>
                  <a:moveTo>
                    <a:pt x="6956" y="6400"/>
                  </a:moveTo>
                  <a:lnTo>
                    <a:pt x="9208" y="7332"/>
                  </a:lnTo>
                  <a:cubicBezTo>
                    <a:pt x="8461" y="8750"/>
                    <a:pt x="6973" y="9719"/>
                    <a:pt x="5263" y="9719"/>
                  </a:cubicBezTo>
                  <a:cubicBezTo>
                    <a:pt x="3553" y="9719"/>
                    <a:pt x="2064" y="8750"/>
                    <a:pt x="1318" y="7332"/>
                  </a:cubicBezTo>
                  <a:lnTo>
                    <a:pt x="3570" y="6400"/>
                  </a:lnTo>
                  <a:cubicBezTo>
                    <a:pt x="3937" y="6944"/>
                    <a:pt x="4558" y="7303"/>
                    <a:pt x="5263" y="7303"/>
                  </a:cubicBezTo>
                  <a:cubicBezTo>
                    <a:pt x="5968" y="7303"/>
                    <a:pt x="6589" y="6944"/>
                    <a:pt x="6956" y="6400"/>
                  </a:cubicBezTo>
                  <a:close/>
                  <a:moveTo>
                    <a:pt x="5263" y="1"/>
                  </a:moveTo>
                  <a:cubicBezTo>
                    <a:pt x="2362" y="1"/>
                    <a:pt x="1" y="2362"/>
                    <a:pt x="1" y="5263"/>
                  </a:cubicBezTo>
                  <a:cubicBezTo>
                    <a:pt x="1" y="8164"/>
                    <a:pt x="2362" y="10524"/>
                    <a:pt x="5263" y="10524"/>
                  </a:cubicBezTo>
                  <a:cubicBezTo>
                    <a:pt x="8165" y="10524"/>
                    <a:pt x="10525" y="8164"/>
                    <a:pt x="10525" y="5263"/>
                  </a:cubicBezTo>
                  <a:cubicBezTo>
                    <a:pt x="10525" y="2362"/>
                    <a:pt x="8165" y="1"/>
                    <a:pt x="52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0" name="Google Shape;1450;p6"/>
          <p:cNvGrpSpPr/>
          <p:nvPr/>
        </p:nvGrpSpPr>
        <p:grpSpPr>
          <a:xfrm>
            <a:off x="3697284" y="2636212"/>
            <a:ext cx="4737116" cy="488400"/>
            <a:chOff x="3697284" y="2636175"/>
            <a:chExt cx="4737116" cy="488400"/>
          </a:xfrm>
        </p:grpSpPr>
        <p:sp>
          <p:nvSpPr>
            <p:cNvPr id="1451" name="Google Shape;1451;p6"/>
            <p:cNvSpPr txBox="1"/>
            <p:nvPr/>
          </p:nvSpPr>
          <p:spPr>
            <a:xfrm>
              <a:off x="5146400" y="2636175"/>
              <a:ext cx="32880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υψηλότερο ROC‑AUC(0.81), F1(0.41) &amp; Acc(0.88)→ καλύτερο μοντέλο</a:t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2" name="Google Shape;1452;p6"/>
            <p:cNvSpPr txBox="1"/>
            <p:nvPr/>
          </p:nvSpPr>
          <p:spPr>
            <a:xfrm>
              <a:off x="3697284" y="2636175"/>
              <a:ext cx="1262400" cy="4884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1453" name="Google Shape;1453;p6"/>
          <p:cNvGrpSpPr/>
          <p:nvPr/>
        </p:nvGrpSpPr>
        <p:grpSpPr>
          <a:xfrm>
            <a:off x="3697284" y="3894175"/>
            <a:ext cx="4737116" cy="488400"/>
            <a:chOff x="3697284" y="3894175"/>
            <a:chExt cx="4737116" cy="488400"/>
          </a:xfrm>
        </p:grpSpPr>
        <p:sp>
          <p:nvSpPr>
            <p:cNvPr id="1454" name="Google Shape;1454;p6"/>
            <p:cNvSpPr txBox="1"/>
            <p:nvPr/>
          </p:nvSpPr>
          <p:spPr>
            <a:xfrm>
              <a:off x="5146400" y="3894175"/>
              <a:ext cx="32880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βελτιωμένες αλλά όχι μέγιστες μετρήσεις AUC (0.80), F1 (0.32) &amp; Acc(0.87)</a:t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5" name="Google Shape;1455;p6"/>
            <p:cNvSpPr txBox="1"/>
            <p:nvPr/>
          </p:nvSpPr>
          <p:spPr>
            <a:xfrm>
              <a:off x="3697284" y="3894175"/>
              <a:ext cx="1262400" cy="4884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sp>
        <p:nvSpPr>
          <p:cNvPr id="1456" name="Google Shape;1456;p6"/>
          <p:cNvSpPr txBox="1"/>
          <p:nvPr/>
        </p:nvSpPr>
        <p:spPr>
          <a:xfrm>
            <a:off x="3704300" y="2696625"/>
            <a:ext cx="12372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RANDOM FOREST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7" name="Google Shape;1457;p6"/>
          <p:cNvSpPr txBox="1"/>
          <p:nvPr/>
        </p:nvSpPr>
        <p:spPr>
          <a:xfrm>
            <a:off x="3690350" y="3953488"/>
            <a:ext cx="126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GRADIENT BOOSTING</a:t>
            </a:r>
            <a:endParaRPr b="0" i="0" sz="1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grpSp>
        <p:nvGrpSpPr>
          <p:cNvPr id="1458" name="Google Shape;1458;p6"/>
          <p:cNvGrpSpPr/>
          <p:nvPr/>
        </p:nvGrpSpPr>
        <p:grpSpPr>
          <a:xfrm>
            <a:off x="3697284" y="1378250"/>
            <a:ext cx="4737116" cy="488400"/>
            <a:chOff x="3697284" y="2636175"/>
            <a:chExt cx="4737116" cy="488400"/>
          </a:xfrm>
        </p:grpSpPr>
        <p:sp>
          <p:nvSpPr>
            <p:cNvPr id="1459" name="Google Shape;1459;p6"/>
            <p:cNvSpPr txBox="1"/>
            <p:nvPr/>
          </p:nvSpPr>
          <p:spPr>
            <a:xfrm>
              <a:off x="5146400" y="2636175"/>
              <a:ext cx="32880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χαμηλότερο ROC‑AUC(0.74),  F1 (0,40) &amp; Acc(0.79)</a:t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0" name="Google Shape;1460;p6"/>
            <p:cNvSpPr txBox="1"/>
            <p:nvPr/>
          </p:nvSpPr>
          <p:spPr>
            <a:xfrm>
              <a:off x="3697284" y="2636175"/>
              <a:ext cx="1262400" cy="4884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sp>
        <p:nvSpPr>
          <p:cNvPr id="1461" name="Google Shape;1461;p6"/>
          <p:cNvSpPr txBox="1"/>
          <p:nvPr/>
        </p:nvSpPr>
        <p:spPr>
          <a:xfrm>
            <a:off x="3704300" y="1251350"/>
            <a:ext cx="11238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L</a:t>
            </a:r>
            <a:r>
              <a:rPr b="0" i="0" lang="en" sz="15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ogistic Regression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7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Ταξινόμηση- Αποτελέσματα</a:t>
            </a:r>
            <a:endParaRPr/>
          </a:p>
        </p:txBody>
      </p:sp>
      <p:pic>
        <p:nvPicPr>
          <p:cNvPr id="1467" name="Google Shape;1467;p7"/>
          <p:cNvPicPr preferRelativeResize="0"/>
          <p:nvPr/>
        </p:nvPicPr>
        <p:blipFill rotWithShape="1">
          <a:blip r:embed="rId3">
            <a:alphaModFix/>
          </a:blip>
          <a:srcRect b="0" l="2695" r="0" t="0"/>
          <a:stretch/>
        </p:blipFill>
        <p:spPr>
          <a:xfrm>
            <a:off x="1868500" y="1417000"/>
            <a:ext cx="3152775" cy="314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7"/>
          <p:cNvSpPr txBox="1"/>
          <p:nvPr/>
        </p:nvSpPr>
        <p:spPr>
          <a:xfrm>
            <a:off x="6587575" y="3804150"/>
            <a:ext cx="204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0=LOW &amp; 1=HIGH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9" name="Google Shape;146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5950" y="3579575"/>
            <a:ext cx="677200" cy="6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8"/>
          <p:cNvSpPr/>
          <p:nvPr/>
        </p:nvSpPr>
        <p:spPr>
          <a:xfrm flipH="1">
            <a:off x="442596" y="912945"/>
            <a:ext cx="4852800" cy="587400"/>
          </a:xfrm>
          <a:prstGeom prst="roundRect">
            <a:avLst>
              <a:gd fmla="val 6170" name="adj"/>
            </a:avLst>
          </a:prstGeom>
          <a:solidFill>
            <a:srgbClr val="2852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5" name="Google Shape;1475;p8"/>
          <p:cNvGrpSpPr/>
          <p:nvPr/>
        </p:nvGrpSpPr>
        <p:grpSpPr>
          <a:xfrm flipH="1">
            <a:off x="4504184" y="912801"/>
            <a:ext cx="792071" cy="587400"/>
            <a:chOff x="1388550" y="311575"/>
            <a:chExt cx="1099794" cy="1099794"/>
          </a:xfrm>
        </p:grpSpPr>
        <p:sp>
          <p:nvSpPr>
            <p:cNvPr id="1476" name="Google Shape;1476;p8"/>
            <p:cNvSpPr/>
            <p:nvPr/>
          </p:nvSpPr>
          <p:spPr>
            <a:xfrm>
              <a:off x="1388550" y="311575"/>
              <a:ext cx="1099794" cy="1099794"/>
            </a:xfrm>
            <a:custGeom>
              <a:rect b="b" l="l" r="r" t="t"/>
              <a:pathLst>
                <a:path extrusionOk="0" h="5254" w="5254">
                  <a:moveTo>
                    <a:pt x="4776" y="13"/>
                  </a:moveTo>
                  <a:cubicBezTo>
                    <a:pt x="5032" y="13"/>
                    <a:pt x="5241" y="222"/>
                    <a:pt x="5241" y="478"/>
                  </a:cubicBezTo>
                  <a:lnTo>
                    <a:pt x="5241" y="4776"/>
                  </a:lnTo>
                  <a:cubicBezTo>
                    <a:pt x="5241" y="5033"/>
                    <a:pt x="5032" y="5240"/>
                    <a:pt x="4776" y="5240"/>
                  </a:cubicBezTo>
                  <a:lnTo>
                    <a:pt x="478" y="5240"/>
                  </a:lnTo>
                  <a:cubicBezTo>
                    <a:pt x="221" y="5240"/>
                    <a:pt x="14" y="5033"/>
                    <a:pt x="14" y="4776"/>
                  </a:cubicBezTo>
                  <a:lnTo>
                    <a:pt x="14" y="478"/>
                  </a:lnTo>
                  <a:cubicBezTo>
                    <a:pt x="14" y="222"/>
                    <a:pt x="221" y="13"/>
                    <a:pt x="478" y="13"/>
                  </a:cubicBezTo>
                  <a:close/>
                  <a:moveTo>
                    <a:pt x="478" y="1"/>
                  </a:moveTo>
                  <a:cubicBezTo>
                    <a:pt x="214" y="1"/>
                    <a:pt x="0" y="215"/>
                    <a:pt x="0" y="478"/>
                  </a:cubicBezTo>
                  <a:lnTo>
                    <a:pt x="0" y="4776"/>
                  </a:lnTo>
                  <a:cubicBezTo>
                    <a:pt x="0" y="5040"/>
                    <a:pt x="214" y="5254"/>
                    <a:pt x="478" y="5254"/>
                  </a:cubicBezTo>
                  <a:lnTo>
                    <a:pt x="4776" y="5254"/>
                  </a:lnTo>
                  <a:cubicBezTo>
                    <a:pt x="5039" y="5254"/>
                    <a:pt x="5253" y="5040"/>
                    <a:pt x="5253" y="4776"/>
                  </a:cubicBezTo>
                  <a:lnTo>
                    <a:pt x="5253" y="478"/>
                  </a:lnTo>
                  <a:cubicBezTo>
                    <a:pt x="5253" y="215"/>
                    <a:pt x="5039" y="1"/>
                    <a:pt x="4776" y="1"/>
                  </a:cubicBez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8"/>
            <p:cNvSpPr/>
            <p:nvPr/>
          </p:nvSpPr>
          <p:spPr>
            <a:xfrm>
              <a:off x="1540103" y="463337"/>
              <a:ext cx="796482" cy="796482"/>
            </a:xfrm>
            <a:custGeom>
              <a:rect b="b" l="l" r="r" t="t"/>
              <a:pathLst>
                <a:path extrusionOk="0" h="3805" w="3805">
                  <a:moveTo>
                    <a:pt x="3458" y="14"/>
                  </a:moveTo>
                  <a:cubicBezTo>
                    <a:pt x="3642" y="14"/>
                    <a:pt x="3791" y="163"/>
                    <a:pt x="3791" y="347"/>
                  </a:cubicBezTo>
                  <a:lnTo>
                    <a:pt x="3791" y="3458"/>
                  </a:lnTo>
                  <a:cubicBezTo>
                    <a:pt x="3791" y="3642"/>
                    <a:pt x="3642" y="3791"/>
                    <a:pt x="3458" y="3791"/>
                  </a:cubicBezTo>
                  <a:lnTo>
                    <a:pt x="347" y="3791"/>
                  </a:lnTo>
                  <a:cubicBezTo>
                    <a:pt x="163" y="3791"/>
                    <a:pt x="14" y="3642"/>
                    <a:pt x="14" y="3458"/>
                  </a:cubicBezTo>
                  <a:lnTo>
                    <a:pt x="14" y="347"/>
                  </a:lnTo>
                  <a:cubicBezTo>
                    <a:pt x="14" y="163"/>
                    <a:pt x="163" y="14"/>
                    <a:pt x="347" y="14"/>
                  </a:cubicBezTo>
                  <a:close/>
                  <a:moveTo>
                    <a:pt x="347" y="0"/>
                  </a:moveTo>
                  <a:cubicBezTo>
                    <a:pt x="156" y="0"/>
                    <a:pt x="1" y="155"/>
                    <a:pt x="1" y="347"/>
                  </a:cubicBezTo>
                  <a:lnTo>
                    <a:pt x="1" y="3458"/>
                  </a:lnTo>
                  <a:cubicBezTo>
                    <a:pt x="1" y="3649"/>
                    <a:pt x="156" y="3804"/>
                    <a:pt x="347" y="3804"/>
                  </a:cubicBezTo>
                  <a:lnTo>
                    <a:pt x="3458" y="3804"/>
                  </a:lnTo>
                  <a:cubicBezTo>
                    <a:pt x="3650" y="3804"/>
                    <a:pt x="3805" y="3649"/>
                    <a:pt x="3805" y="3458"/>
                  </a:cubicBezTo>
                  <a:lnTo>
                    <a:pt x="3805" y="347"/>
                  </a:lnTo>
                  <a:cubicBezTo>
                    <a:pt x="3805" y="155"/>
                    <a:pt x="3650" y="0"/>
                    <a:pt x="3458" y="0"/>
                  </a:cubicBez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8"/>
            <p:cNvSpPr/>
            <p:nvPr/>
          </p:nvSpPr>
          <p:spPr>
            <a:xfrm>
              <a:off x="2026789" y="471501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8"/>
            <p:cNvSpPr/>
            <p:nvPr/>
          </p:nvSpPr>
          <p:spPr>
            <a:xfrm>
              <a:off x="2026789" y="1166887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8"/>
            <p:cNvSpPr/>
            <p:nvPr/>
          </p:nvSpPr>
          <p:spPr>
            <a:xfrm>
              <a:off x="1936988" y="471501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8"/>
            <p:cNvSpPr/>
            <p:nvPr/>
          </p:nvSpPr>
          <p:spPr>
            <a:xfrm>
              <a:off x="1936988" y="1166887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8"/>
            <p:cNvSpPr/>
            <p:nvPr/>
          </p:nvSpPr>
          <p:spPr>
            <a:xfrm>
              <a:off x="1847186" y="471501"/>
              <a:ext cx="2931" cy="84567"/>
            </a:xfrm>
            <a:custGeom>
              <a:rect b="b" l="l" r="r" t="t"/>
              <a:pathLst>
                <a:path extrusionOk="0" h="404" w="14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8"/>
            <p:cNvSpPr/>
            <p:nvPr/>
          </p:nvSpPr>
          <p:spPr>
            <a:xfrm>
              <a:off x="1847186" y="1166887"/>
              <a:ext cx="2931" cy="84567"/>
            </a:xfrm>
            <a:custGeom>
              <a:rect b="b" l="l" r="r" t="t"/>
              <a:pathLst>
                <a:path extrusionOk="0" h="404" w="14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8"/>
            <p:cNvSpPr/>
            <p:nvPr/>
          </p:nvSpPr>
          <p:spPr>
            <a:xfrm>
              <a:off x="1548476" y="860222"/>
              <a:ext cx="84567" cy="2721"/>
            </a:xfrm>
            <a:custGeom>
              <a:rect b="b" l="l" r="r" t="t"/>
              <a:pathLst>
                <a:path extrusionOk="0" h="13" w="404">
                  <a:moveTo>
                    <a:pt x="0" y="0"/>
                  </a:moveTo>
                  <a:lnTo>
                    <a:pt x="0" y="12"/>
                  </a:lnTo>
                  <a:lnTo>
                    <a:pt x="403" y="12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8"/>
            <p:cNvSpPr/>
            <p:nvPr/>
          </p:nvSpPr>
          <p:spPr>
            <a:xfrm>
              <a:off x="2243862" y="860222"/>
              <a:ext cx="84567" cy="2721"/>
            </a:xfrm>
            <a:custGeom>
              <a:rect b="b" l="l" r="r" t="t"/>
              <a:pathLst>
                <a:path extrusionOk="0" h="13" w="404">
                  <a:moveTo>
                    <a:pt x="0" y="0"/>
                  </a:moveTo>
                  <a:lnTo>
                    <a:pt x="0" y="12"/>
                  </a:lnTo>
                  <a:lnTo>
                    <a:pt x="403" y="12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6" name="Google Shape;1486;p8"/>
          <p:cNvSpPr/>
          <p:nvPr/>
        </p:nvSpPr>
        <p:spPr>
          <a:xfrm flipH="1">
            <a:off x="442596" y="1557406"/>
            <a:ext cx="4852800" cy="587400"/>
          </a:xfrm>
          <a:prstGeom prst="roundRect">
            <a:avLst>
              <a:gd fmla="val 6170" name="adj"/>
            </a:avLst>
          </a:prstGeom>
          <a:solidFill>
            <a:srgbClr val="2852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7" name="Google Shape;1487;p8"/>
          <p:cNvGrpSpPr/>
          <p:nvPr/>
        </p:nvGrpSpPr>
        <p:grpSpPr>
          <a:xfrm flipH="1">
            <a:off x="4504184" y="1557261"/>
            <a:ext cx="792071" cy="587400"/>
            <a:chOff x="1388550" y="311575"/>
            <a:chExt cx="1099794" cy="1099794"/>
          </a:xfrm>
        </p:grpSpPr>
        <p:sp>
          <p:nvSpPr>
            <p:cNvPr id="1488" name="Google Shape;1488;p8"/>
            <p:cNvSpPr/>
            <p:nvPr/>
          </p:nvSpPr>
          <p:spPr>
            <a:xfrm>
              <a:off x="1388550" y="311575"/>
              <a:ext cx="1099794" cy="1099794"/>
            </a:xfrm>
            <a:custGeom>
              <a:rect b="b" l="l" r="r" t="t"/>
              <a:pathLst>
                <a:path extrusionOk="0" h="5254" w="5254">
                  <a:moveTo>
                    <a:pt x="4776" y="13"/>
                  </a:moveTo>
                  <a:cubicBezTo>
                    <a:pt x="5032" y="13"/>
                    <a:pt x="5241" y="222"/>
                    <a:pt x="5241" y="478"/>
                  </a:cubicBezTo>
                  <a:lnTo>
                    <a:pt x="5241" y="4776"/>
                  </a:lnTo>
                  <a:cubicBezTo>
                    <a:pt x="5241" y="5033"/>
                    <a:pt x="5032" y="5240"/>
                    <a:pt x="4776" y="5240"/>
                  </a:cubicBezTo>
                  <a:lnTo>
                    <a:pt x="478" y="5240"/>
                  </a:lnTo>
                  <a:cubicBezTo>
                    <a:pt x="221" y="5240"/>
                    <a:pt x="14" y="5033"/>
                    <a:pt x="14" y="4776"/>
                  </a:cubicBezTo>
                  <a:lnTo>
                    <a:pt x="14" y="478"/>
                  </a:lnTo>
                  <a:cubicBezTo>
                    <a:pt x="14" y="222"/>
                    <a:pt x="221" y="13"/>
                    <a:pt x="478" y="13"/>
                  </a:cubicBezTo>
                  <a:close/>
                  <a:moveTo>
                    <a:pt x="478" y="1"/>
                  </a:moveTo>
                  <a:cubicBezTo>
                    <a:pt x="214" y="1"/>
                    <a:pt x="0" y="215"/>
                    <a:pt x="0" y="478"/>
                  </a:cubicBezTo>
                  <a:lnTo>
                    <a:pt x="0" y="4776"/>
                  </a:lnTo>
                  <a:cubicBezTo>
                    <a:pt x="0" y="5040"/>
                    <a:pt x="214" y="5254"/>
                    <a:pt x="478" y="5254"/>
                  </a:cubicBezTo>
                  <a:lnTo>
                    <a:pt x="4776" y="5254"/>
                  </a:lnTo>
                  <a:cubicBezTo>
                    <a:pt x="5039" y="5254"/>
                    <a:pt x="5253" y="5040"/>
                    <a:pt x="5253" y="4776"/>
                  </a:cubicBezTo>
                  <a:lnTo>
                    <a:pt x="5253" y="478"/>
                  </a:lnTo>
                  <a:cubicBezTo>
                    <a:pt x="5253" y="215"/>
                    <a:pt x="5039" y="1"/>
                    <a:pt x="4776" y="1"/>
                  </a:cubicBez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8"/>
            <p:cNvSpPr/>
            <p:nvPr/>
          </p:nvSpPr>
          <p:spPr>
            <a:xfrm>
              <a:off x="1540103" y="463337"/>
              <a:ext cx="796482" cy="796482"/>
            </a:xfrm>
            <a:custGeom>
              <a:rect b="b" l="l" r="r" t="t"/>
              <a:pathLst>
                <a:path extrusionOk="0" h="3805" w="3805">
                  <a:moveTo>
                    <a:pt x="3458" y="14"/>
                  </a:moveTo>
                  <a:cubicBezTo>
                    <a:pt x="3642" y="14"/>
                    <a:pt x="3791" y="163"/>
                    <a:pt x="3791" y="347"/>
                  </a:cubicBezTo>
                  <a:lnTo>
                    <a:pt x="3791" y="3458"/>
                  </a:lnTo>
                  <a:cubicBezTo>
                    <a:pt x="3791" y="3642"/>
                    <a:pt x="3642" y="3791"/>
                    <a:pt x="3458" y="3791"/>
                  </a:cubicBezTo>
                  <a:lnTo>
                    <a:pt x="347" y="3791"/>
                  </a:lnTo>
                  <a:cubicBezTo>
                    <a:pt x="163" y="3791"/>
                    <a:pt x="14" y="3642"/>
                    <a:pt x="14" y="3458"/>
                  </a:cubicBezTo>
                  <a:lnTo>
                    <a:pt x="14" y="347"/>
                  </a:lnTo>
                  <a:cubicBezTo>
                    <a:pt x="14" y="163"/>
                    <a:pt x="163" y="14"/>
                    <a:pt x="347" y="14"/>
                  </a:cubicBezTo>
                  <a:close/>
                  <a:moveTo>
                    <a:pt x="347" y="0"/>
                  </a:moveTo>
                  <a:cubicBezTo>
                    <a:pt x="156" y="0"/>
                    <a:pt x="1" y="155"/>
                    <a:pt x="1" y="347"/>
                  </a:cubicBezTo>
                  <a:lnTo>
                    <a:pt x="1" y="3458"/>
                  </a:lnTo>
                  <a:cubicBezTo>
                    <a:pt x="1" y="3649"/>
                    <a:pt x="156" y="3804"/>
                    <a:pt x="347" y="3804"/>
                  </a:cubicBezTo>
                  <a:lnTo>
                    <a:pt x="3458" y="3804"/>
                  </a:lnTo>
                  <a:cubicBezTo>
                    <a:pt x="3650" y="3804"/>
                    <a:pt x="3805" y="3649"/>
                    <a:pt x="3805" y="3458"/>
                  </a:cubicBezTo>
                  <a:lnTo>
                    <a:pt x="3805" y="347"/>
                  </a:lnTo>
                  <a:cubicBezTo>
                    <a:pt x="3805" y="155"/>
                    <a:pt x="3650" y="0"/>
                    <a:pt x="3458" y="0"/>
                  </a:cubicBez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8"/>
            <p:cNvSpPr/>
            <p:nvPr/>
          </p:nvSpPr>
          <p:spPr>
            <a:xfrm>
              <a:off x="2026789" y="471501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8"/>
            <p:cNvSpPr/>
            <p:nvPr/>
          </p:nvSpPr>
          <p:spPr>
            <a:xfrm>
              <a:off x="2026789" y="1166887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8"/>
            <p:cNvSpPr/>
            <p:nvPr/>
          </p:nvSpPr>
          <p:spPr>
            <a:xfrm>
              <a:off x="1936988" y="471501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8"/>
            <p:cNvSpPr/>
            <p:nvPr/>
          </p:nvSpPr>
          <p:spPr>
            <a:xfrm>
              <a:off x="1936988" y="1166887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8"/>
            <p:cNvSpPr/>
            <p:nvPr/>
          </p:nvSpPr>
          <p:spPr>
            <a:xfrm>
              <a:off x="1847186" y="471501"/>
              <a:ext cx="2931" cy="84567"/>
            </a:xfrm>
            <a:custGeom>
              <a:rect b="b" l="l" r="r" t="t"/>
              <a:pathLst>
                <a:path extrusionOk="0" h="404" w="14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8"/>
            <p:cNvSpPr/>
            <p:nvPr/>
          </p:nvSpPr>
          <p:spPr>
            <a:xfrm>
              <a:off x="1847186" y="1166887"/>
              <a:ext cx="2931" cy="84567"/>
            </a:xfrm>
            <a:custGeom>
              <a:rect b="b" l="l" r="r" t="t"/>
              <a:pathLst>
                <a:path extrusionOk="0" h="404" w="14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8"/>
            <p:cNvSpPr/>
            <p:nvPr/>
          </p:nvSpPr>
          <p:spPr>
            <a:xfrm>
              <a:off x="1548476" y="860222"/>
              <a:ext cx="84567" cy="2721"/>
            </a:xfrm>
            <a:custGeom>
              <a:rect b="b" l="l" r="r" t="t"/>
              <a:pathLst>
                <a:path extrusionOk="0" h="13" w="404">
                  <a:moveTo>
                    <a:pt x="0" y="0"/>
                  </a:moveTo>
                  <a:lnTo>
                    <a:pt x="0" y="12"/>
                  </a:lnTo>
                  <a:lnTo>
                    <a:pt x="403" y="12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8"/>
            <p:cNvSpPr/>
            <p:nvPr/>
          </p:nvSpPr>
          <p:spPr>
            <a:xfrm>
              <a:off x="2243862" y="860222"/>
              <a:ext cx="84567" cy="2721"/>
            </a:xfrm>
            <a:custGeom>
              <a:rect b="b" l="l" r="r" t="t"/>
              <a:pathLst>
                <a:path extrusionOk="0" h="13" w="404">
                  <a:moveTo>
                    <a:pt x="0" y="0"/>
                  </a:moveTo>
                  <a:lnTo>
                    <a:pt x="0" y="12"/>
                  </a:lnTo>
                  <a:lnTo>
                    <a:pt x="403" y="12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8" name="Google Shape;1498;p8"/>
          <p:cNvSpPr/>
          <p:nvPr/>
        </p:nvSpPr>
        <p:spPr>
          <a:xfrm flipH="1">
            <a:off x="442596" y="2201867"/>
            <a:ext cx="4852800" cy="587400"/>
          </a:xfrm>
          <a:prstGeom prst="roundRect">
            <a:avLst>
              <a:gd fmla="val 6170" name="adj"/>
            </a:avLst>
          </a:prstGeom>
          <a:solidFill>
            <a:srgbClr val="2852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9" name="Google Shape;1499;p8"/>
          <p:cNvGrpSpPr/>
          <p:nvPr/>
        </p:nvGrpSpPr>
        <p:grpSpPr>
          <a:xfrm flipH="1">
            <a:off x="4504184" y="2201722"/>
            <a:ext cx="792071" cy="587400"/>
            <a:chOff x="1388550" y="311575"/>
            <a:chExt cx="1099794" cy="1099794"/>
          </a:xfrm>
        </p:grpSpPr>
        <p:sp>
          <p:nvSpPr>
            <p:cNvPr id="1500" name="Google Shape;1500;p8"/>
            <p:cNvSpPr/>
            <p:nvPr/>
          </p:nvSpPr>
          <p:spPr>
            <a:xfrm>
              <a:off x="1388550" y="311575"/>
              <a:ext cx="1099794" cy="1099794"/>
            </a:xfrm>
            <a:custGeom>
              <a:rect b="b" l="l" r="r" t="t"/>
              <a:pathLst>
                <a:path extrusionOk="0" h="5254" w="5254">
                  <a:moveTo>
                    <a:pt x="4776" y="13"/>
                  </a:moveTo>
                  <a:cubicBezTo>
                    <a:pt x="5032" y="13"/>
                    <a:pt x="5241" y="222"/>
                    <a:pt x="5241" y="478"/>
                  </a:cubicBezTo>
                  <a:lnTo>
                    <a:pt x="5241" y="4776"/>
                  </a:lnTo>
                  <a:cubicBezTo>
                    <a:pt x="5241" y="5033"/>
                    <a:pt x="5032" y="5240"/>
                    <a:pt x="4776" y="5240"/>
                  </a:cubicBezTo>
                  <a:lnTo>
                    <a:pt x="478" y="5240"/>
                  </a:lnTo>
                  <a:cubicBezTo>
                    <a:pt x="221" y="5240"/>
                    <a:pt x="14" y="5033"/>
                    <a:pt x="14" y="4776"/>
                  </a:cubicBezTo>
                  <a:lnTo>
                    <a:pt x="14" y="478"/>
                  </a:lnTo>
                  <a:cubicBezTo>
                    <a:pt x="14" y="222"/>
                    <a:pt x="221" y="13"/>
                    <a:pt x="478" y="13"/>
                  </a:cubicBezTo>
                  <a:close/>
                  <a:moveTo>
                    <a:pt x="478" y="1"/>
                  </a:moveTo>
                  <a:cubicBezTo>
                    <a:pt x="214" y="1"/>
                    <a:pt x="0" y="215"/>
                    <a:pt x="0" y="478"/>
                  </a:cubicBezTo>
                  <a:lnTo>
                    <a:pt x="0" y="4776"/>
                  </a:lnTo>
                  <a:cubicBezTo>
                    <a:pt x="0" y="5040"/>
                    <a:pt x="214" y="5254"/>
                    <a:pt x="478" y="5254"/>
                  </a:cubicBezTo>
                  <a:lnTo>
                    <a:pt x="4776" y="5254"/>
                  </a:lnTo>
                  <a:cubicBezTo>
                    <a:pt x="5039" y="5254"/>
                    <a:pt x="5253" y="5040"/>
                    <a:pt x="5253" y="4776"/>
                  </a:cubicBezTo>
                  <a:lnTo>
                    <a:pt x="5253" y="478"/>
                  </a:lnTo>
                  <a:cubicBezTo>
                    <a:pt x="5253" y="215"/>
                    <a:pt x="5039" y="1"/>
                    <a:pt x="4776" y="1"/>
                  </a:cubicBez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8"/>
            <p:cNvSpPr/>
            <p:nvPr/>
          </p:nvSpPr>
          <p:spPr>
            <a:xfrm>
              <a:off x="1540103" y="463337"/>
              <a:ext cx="796482" cy="796482"/>
            </a:xfrm>
            <a:custGeom>
              <a:rect b="b" l="l" r="r" t="t"/>
              <a:pathLst>
                <a:path extrusionOk="0" h="3805" w="3805">
                  <a:moveTo>
                    <a:pt x="3458" y="14"/>
                  </a:moveTo>
                  <a:cubicBezTo>
                    <a:pt x="3642" y="14"/>
                    <a:pt x="3791" y="163"/>
                    <a:pt x="3791" y="347"/>
                  </a:cubicBezTo>
                  <a:lnTo>
                    <a:pt x="3791" y="3458"/>
                  </a:lnTo>
                  <a:cubicBezTo>
                    <a:pt x="3791" y="3642"/>
                    <a:pt x="3642" y="3791"/>
                    <a:pt x="3458" y="3791"/>
                  </a:cubicBezTo>
                  <a:lnTo>
                    <a:pt x="347" y="3791"/>
                  </a:lnTo>
                  <a:cubicBezTo>
                    <a:pt x="163" y="3791"/>
                    <a:pt x="14" y="3642"/>
                    <a:pt x="14" y="3458"/>
                  </a:cubicBezTo>
                  <a:lnTo>
                    <a:pt x="14" y="347"/>
                  </a:lnTo>
                  <a:cubicBezTo>
                    <a:pt x="14" y="163"/>
                    <a:pt x="163" y="14"/>
                    <a:pt x="347" y="14"/>
                  </a:cubicBezTo>
                  <a:close/>
                  <a:moveTo>
                    <a:pt x="347" y="0"/>
                  </a:moveTo>
                  <a:cubicBezTo>
                    <a:pt x="156" y="0"/>
                    <a:pt x="1" y="155"/>
                    <a:pt x="1" y="347"/>
                  </a:cubicBezTo>
                  <a:lnTo>
                    <a:pt x="1" y="3458"/>
                  </a:lnTo>
                  <a:cubicBezTo>
                    <a:pt x="1" y="3649"/>
                    <a:pt x="156" y="3804"/>
                    <a:pt x="347" y="3804"/>
                  </a:cubicBezTo>
                  <a:lnTo>
                    <a:pt x="3458" y="3804"/>
                  </a:lnTo>
                  <a:cubicBezTo>
                    <a:pt x="3650" y="3804"/>
                    <a:pt x="3805" y="3649"/>
                    <a:pt x="3805" y="3458"/>
                  </a:cubicBezTo>
                  <a:lnTo>
                    <a:pt x="3805" y="347"/>
                  </a:lnTo>
                  <a:cubicBezTo>
                    <a:pt x="3805" y="155"/>
                    <a:pt x="3650" y="0"/>
                    <a:pt x="3458" y="0"/>
                  </a:cubicBez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8"/>
            <p:cNvSpPr/>
            <p:nvPr/>
          </p:nvSpPr>
          <p:spPr>
            <a:xfrm>
              <a:off x="2026789" y="471501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8"/>
            <p:cNvSpPr/>
            <p:nvPr/>
          </p:nvSpPr>
          <p:spPr>
            <a:xfrm>
              <a:off x="2026789" y="1166887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8"/>
            <p:cNvSpPr/>
            <p:nvPr/>
          </p:nvSpPr>
          <p:spPr>
            <a:xfrm>
              <a:off x="1936988" y="471501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8"/>
            <p:cNvSpPr/>
            <p:nvPr/>
          </p:nvSpPr>
          <p:spPr>
            <a:xfrm>
              <a:off x="1936988" y="1166887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8"/>
            <p:cNvSpPr/>
            <p:nvPr/>
          </p:nvSpPr>
          <p:spPr>
            <a:xfrm>
              <a:off x="1847186" y="471501"/>
              <a:ext cx="2931" cy="84567"/>
            </a:xfrm>
            <a:custGeom>
              <a:rect b="b" l="l" r="r" t="t"/>
              <a:pathLst>
                <a:path extrusionOk="0" h="404" w="14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8"/>
            <p:cNvSpPr/>
            <p:nvPr/>
          </p:nvSpPr>
          <p:spPr>
            <a:xfrm>
              <a:off x="1847186" y="1166887"/>
              <a:ext cx="2931" cy="84567"/>
            </a:xfrm>
            <a:custGeom>
              <a:rect b="b" l="l" r="r" t="t"/>
              <a:pathLst>
                <a:path extrusionOk="0" h="404" w="14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8"/>
            <p:cNvSpPr/>
            <p:nvPr/>
          </p:nvSpPr>
          <p:spPr>
            <a:xfrm>
              <a:off x="1548476" y="860222"/>
              <a:ext cx="84567" cy="2721"/>
            </a:xfrm>
            <a:custGeom>
              <a:rect b="b" l="l" r="r" t="t"/>
              <a:pathLst>
                <a:path extrusionOk="0" h="13" w="404">
                  <a:moveTo>
                    <a:pt x="0" y="0"/>
                  </a:moveTo>
                  <a:lnTo>
                    <a:pt x="0" y="12"/>
                  </a:lnTo>
                  <a:lnTo>
                    <a:pt x="403" y="12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8"/>
            <p:cNvSpPr/>
            <p:nvPr/>
          </p:nvSpPr>
          <p:spPr>
            <a:xfrm>
              <a:off x="2243862" y="860222"/>
              <a:ext cx="84567" cy="2721"/>
            </a:xfrm>
            <a:custGeom>
              <a:rect b="b" l="l" r="r" t="t"/>
              <a:pathLst>
                <a:path extrusionOk="0" h="13" w="404">
                  <a:moveTo>
                    <a:pt x="0" y="0"/>
                  </a:moveTo>
                  <a:lnTo>
                    <a:pt x="0" y="12"/>
                  </a:lnTo>
                  <a:lnTo>
                    <a:pt x="403" y="12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0" name="Google Shape;1510;p8"/>
          <p:cNvSpPr/>
          <p:nvPr/>
        </p:nvSpPr>
        <p:spPr>
          <a:xfrm flipH="1">
            <a:off x="453643" y="2846327"/>
            <a:ext cx="4852800" cy="587400"/>
          </a:xfrm>
          <a:prstGeom prst="roundRect">
            <a:avLst>
              <a:gd fmla="val 6170" name="adj"/>
            </a:avLst>
          </a:prstGeom>
          <a:solidFill>
            <a:srgbClr val="2852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1" name="Google Shape;1511;p8"/>
          <p:cNvGrpSpPr/>
          <p:nvPr/>
        </p:nvGrpSpPr>
        <p:grpSpPr>
          <a:xfrm flipH="1">
            <a:off x="4514357" y="2846183"/>
            <a:ext cx="792071" cy="587400"/>
            <a:chOff x="1388550" y="311575"/>
            <a:chExt cx="1099794" cy="1099794"/>
          </a:xfrm>
        </p:grpSpPr>
        <p:sp>
          <p:nvSpPr>
            <p:cNvPr id="1512" name="Google Shape;1512;p8"/>
            <p:cNvSpPr/>
            <p:nvPr/>
          </p:nvSpPr>
          <p:spPr>
            <a:xfrm>
              <a:off x="1388550" y="311575"/>
              <a:ext cx="1099794" cy="1099794"/>
            </a:xfrm>
            <a:custGeom>
              <a:rect b="b" l="l" r="r" t="t"/>
              <a:pathLst>
                <a:path extrusionOk="0" h="5254" w="5254">
                  <a:moveTo>
                    <a:pt x="4776" y="13"/>
                  </a:moveTo>
                  <a:cubicBezTo>
                    <a:pt x="5032" y="13"/>
                    <a:pt x="5241" y="222"/>
                    <a:pt x="5241" y="478"/>
                  </a:cubicBezTo>
                  <a:lnTo>
                    <a:pt x="5241" y="4776"/>
                  </a:lnTo>
                  <a:cubicBezTo>
                    <a:pt x="5241" y="5033"/>
                    <a:pt x="5032" y="5240"/>
                    <a:pt x="4776" y="5240"/>
                  </a:cubicBezTo>
                  <a:lnTo>
                    <a:pt x="478" y="5240"/>
                  </a:lnTo>
                  <a:cubicBezTo>
                    <a:pt x="221" y="5240"/>
                    <a:pt x="14" y="5033"/>
                    <a:pt x="14" y="4776"/>
                  </a:cubicBezTo>
                  <a:lnTo>
                    <a:pt x="14" y="478"/>
                  </a:lnTo>
                  <a:cubicBezTo>
                    <a:pt x="14" y="222"/>
                    <a:pt x="221" y="13"/>
                    <a:pt x="478" y="13"/>
                  </a:cubicBezTo>
                  <a:close/>
                  <a:moveTo>
                    <a:pt x="478" y="1"/>
                  </a:moveTo>
                  <a:cubicBezTo>
                    <a:pt x="214" y="1"/>
                    <a:pt x="0" y="215"/>
                    <a:pt x="0" y="478"/>
                  </a:cubicBezTo>
                  <a:lnTo>
                    <a:pt x="0" y="4776"/>
                  </a:lnTo>
                  <a:cubicBezTo>
                    <a:pt x="0" y="5040"/>
                    <a:pt x="214" y="5254"/>
                    <a:pt x="478" y="5254"/>
                  </a:cubicBezTo>
                  <a:lnTo>
                    <a:pt x="4776" y="5254"/>
                  </a:lnTo>
                  <a:cubicBezTo>
                    <a:pt x="5039" y="5254"/>
                    <a:pt x="5253" y="5040"/>
                    <a:pt x="5253" y="4776"/>
                  </a:cubicBezTo>
                  <a:lnTo>
                    <a:pt x="5253" y="478"/>
                  </a:lnTo>
                  <a:cubicBezTo>
                    <a:pt x="5253" y="215"/>
                    <a:pt x="5039" y="1"/>
                    <a:pt x="4776" y="1"/>
                  </a:cubicBez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8"/>
            <p:cNvSpPr/>
            <p:nvPr/>
          </p:nvSpPr>
          <p:spPr>
            <a:xfrm>
              <a:off x="1540103" y="463337"/>
              <a:ext cx="796482" cy="796482"/>
            </a:xfrm>
            <a:custGeom>
              <a:rect b="b" l="l" r="r" t="t"/>
              <a:pathLst>
                <a:path extrusionOk="0" h="3805" w="3805">
                  <a:moveTo>
                    <a:pt x="3458" y="14"/>
                  </a:moveTo>
                  <a:cubicBezTo>
                    <a:pt x="3642" y="14"/>
                    <a:pt x="3791" y="163"/>
                    <a:pt x="3791" y="347"/>
                  </a:cubicBezTo>
                  <a:lnTo>
                    <a:pt x="3791" y="3458"/>
                  </a:lnTo>
                  <a:cubicBezTo>
                    <a:pt x="3791" y="3642"/>
                    <a:pt x="3642" y="3791"/>
                    <a:pt x="3458" y="3791"/>
                  </a:cubicBezTo>
                  <a:lnTo>
                    <a:pt x="347" y="3791"/>
                  </a:lnTo>
                  <a:cubicBezTo>
                    <a:pt x="163" y="3791"/>
                    <a:pt x="14" y="3642"/>
                    <a:pt x="14" y="3458"/>
                  </a:cubicBezTo>
                  <a:lnTo>
                    <a:pt x="14" y="347"/>
                  </a:lnTo>
                  <a:cubicBezTo>
                    <a:pt x="14" y="163"/>
                    <a:pt x="163" y="14"/>
                    <a:pt x="347" y="14"/>
                  </a:cubicBezTo>
                  <a:close/>
                  <a:moveTo>
                    <a:pt x="347" y="0"/>
                  </a:moveTo>
                  <a:cubicBezTo>
                    <a:pt x="156" y="0"/>
                    <a:pt x="1" y="155"/>
                    <a:pt x="1" y="347"/>
                  </a:cubicBezTo>
                  <a:lnTo>
                    <a:pt x="1" y="3458"/>
                  </a:lnTo>
                  <a:cubicBezTo>
                    <a:pt x="1" y="3649"/>
                    <a:pt x="156" y="3804"/>
                    <a:pt x="347" y="3804"/>
                  </a:cubicBezTo>
                  <a:lnTo>
                    <a:pt x="3458" y="3804"/>
                  </a:lnTo>
                  <a:cubicBezTo>
                    <a:pt x="3650" y="3804"/>
                    <a:pt x="3805" y="3649"/>
                    <a:pt x="3805" y="3458"/>
                  </a:cubicBezTo>
                  <a:lnTo>
                    <a:pt x="3805" y="347"/>
                  </a:lnTo>
                  <a:cubicBezTo>
                    <a:pt x="3805" y="155"/>
                    <a:pt x="3650" y="0"/>
                    <a:pt x="3458" y="0"/>
                  </a:cubicBez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8"/>
            <p:cNvSpPr/>
            <p:nvPr/>
          </p:nvSpPr>
          <p:spPr>
            <a:xfrm>
              <a:off x="2026789" y="471501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8"/>
            <p:cNvSpPr/>
            <p:nvPr/>
          </p:nvSpPr>
          <p:spPr>
            <a:xfrm>
              <a:off x="2026789" y="1166887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8"/>
            <p:cNvSpPr/>
            <p:nvPr/>
          </p:nvSpPr>
          <p:spPr>
            <a:xfrm>
              <a:off x="1936988" y="471501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8"/>
            <p:cNvSpPr/>
            <p:nvPr/>
          </p:nvSpPr>
          <p:spPr>
            <a:xfrm>
              <a:off x="1936988" y="1166887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8"/>
            <p:cNvSpPr/>
            <p:nvPr/>
          </p:nvSpPr>
          <p:spPr>
            <a:xfrm>
              <a:off x="1847186" y="471501"/>
              <a:ext cx="2931" cy="84567"/>
            </a:xfrm>
            <a:custGeom>
              <a:rect b="b" l="l" r="r" t="t"/>
              <a:pathLst>
                <a:path extrusionOk="0" h="404" w="14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8"/>
            <p:cNvSpPr/>
            <p:nvPr/>
          </p:nvSpPr>
          <p:spPr>
            <a:xfrm>
              <a:off x="1847186" y="1166887"/>
              <a:ext cx="2931" cy="84567"/>
            </a:xfrm>
            <a:custGeom>
              <a:rect b="b" l="l" r="r" t="t"/>
              <a:pathLst>
                <a:path extrusionOk="0" h="404" w="14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8"/>
            <p:cNvSpPr/>
            <p:nvPr/>
          </p:nvSpPr>
          <p:spPr>
            <a:xfrm>
              <a:off x="1548476" y="860222"/>
              <a:ext cx="84567" cy="2721"/>
            </a:xfrm>
            <a:custGeom>
              <a:rect b="b" l="l" r="r" t="t"/>
              <a:pathLst>
                <a:path extrusionOk="0" h="13" w="404">
                  <a:moveTo>
                    <a:pt x="0" y="0"/>
                  </a:moveTo>
                  <a:lnTo>
                    <a:pt x="0" y="12"/>
                  </a:lnTo>
                  <a:lnTo>
                    <a:pt x="403" y="12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8"/>
            <p:cNvSpPr/>
            <p:nvPr/>
          </p:nvSpPr>
          <p:spPr>
            <a:xfrm>
              <a:off x="2243862" y="860222"/>
              <a:ext cx="84567" cy="2721"/>
            </a:xfrm>
            <a:custGeom>
              <a:rect b="b" l="l" r="r" t="t"/>
              <a:pathLst>
                <a:path extrusionOk="0" h="13" w="404">
                  <a:moveTo>
                    <a:pt x="0" y="0"/>
                  </a:moveTo>
                  <a:lnTo>
                    <a:pt x="0" y="12"/>
                  </a:lnTo>
                  <a:lnTo>
                    <a:pt x="403" y="12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2" name="Google Shape;1522;p8"/>
          <p:cNvSpPr txBox="1"/>
          <p:nvPr>
            <p:ph type="title"/>
          </p:nvPr>
        </p:nvSpPr>
        <p:spPr>
          <a:xfrm>
            <a:off x="720000" y="271250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Παλινδρόμηση</a:t>
            </a:r>
            <a:endParaRPr/>
          </a:p>
        </p:txBody>
      </p:sp>
      <p:grpSp>
        <p:nvGrpSpPr>
          <p:cNvPr id="1523" name="Google Shape;1523;p8"/>
          <p:cNvGrpSpPr/>
          <p:nvPr/>
        </p:nvGrpSpPr>
        <p:grpSpPr>
          <a:xfrm>
            <a:off x="773674" y="2924663"/>
            <a:ext cx="3667104" cy="437831"/>
            <a:chOff x="1026752" y="3977841"/>
            <a:chExt cx="3370500" cy="542609"/>
          </a:xfrm>
        </p:grpSpPr>
        <p:sp>
          <p:nvSpPr>
            <p:cNvPr id="1524" name="Google Shape;1524;p8"/>
            <p:cNvSpPr txBox="1"/>
            <p:nvPr/>
          </p:nvSpPr>
          <p:spPr>
            <a:xfrm flipH="1">
              <a:off x="3322600" y="3986450"/>
              <a:ext cx="9141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6"/>
                <a:buFont typeface="Arial"/>
                <a:buNone/>
              </a:pPr>
              <a:r>
                <a:t/>
              </a:r>
              <a:endParaRPr b="0" i="0" sz="1936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525" name="Google Shape;1525;p8"/>
            <p:cNvSpPr txBox="1"/>
            <p:nvPr/>
          </p:nvSpPr>
          <p:spPr>
            <a:xfrm flipH="1">
              <a:off x="1026752" y="3977841"/>
              <a:ext cx="33705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1"/>
                <a:buFont typeface="Arial"/>
                <a:buNone/>
              </a:pPr>
              <a:r>
                <a:rPr b="0" i="0" lang="en" sz="1291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Preprocessing</a:t>
              </a:r>
              <a:endParaRPr b="0" i="0" sz="1291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1"/>
                <a:buFont typeface="Arial"/>
                <a:buNone/>
              </a:pPr>
              <a:r>
                <a:rPr b="0" i="0" lang="en" sz="1291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   Imputation, scaling, one-hot encoding</a:t>
              </a:r>
              <a:endParaRPr b="0" i="0" sz="1291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26" name="Google Shape;1526;p8"/>
          <p:cNvGrpSpPr/>
          <p:nvPr/>
        </p:nvGrpSpPr>
        <p:grpSpPr>
          <a:xfrm>
            <a:off x="4746667" y="1084916"/>
            <a:ext cx="327474" cy="242873"/>
            <a:chOff x="3975474" y="2046904"/>
            <a:chExt cx="376840" cy="376840"/>
          </a:xfrm>
        </p:grpSpPr>
        <p:sp>
          <p:nvSpPr>
            <p:cNvPr id="1527" name="Google Shape;1527;p8"/>
            <p:cNvSpPr/>
            <p:nvPr/>
          </p:nvSpPr>
          <p:spPr>
            <a:xfrm>
              <a:off x="3975474" y="2046904"/>
              <a:ext cx="376840" cy="376840"/>
            </a:xfrm>
            <a:custGeom>
              <a:rect b="b" l="l" r="r" t="t"/>
              <a:pathLst>
                <a:path extrusionOk="0" h="13742" w="13742">
                  <a:moveTo>
                    <a:pt x="12936" y="805"/>
                  </a:moveTo>
                  <a:lnTo>
                    <a:pt x="12936" y="8079"/>
                  </a:lnTo>
                  <a:lnTo>
                    <a:pt x="805" y="8079"/>
                  </a:lnTo>
                  <a:lnTo>
                    <a:pt x="805" y="805"/>
                  </a:lnTo>
                  <a:close/>
                  <a:moveTo>
                    <a:pt x="12936" y="8884"/>
                  </a:moveTo>
                  <a:lnTo>
                    <a:pt x="12936" y="9689"/>
                  </a:lnTo>
                  <a:lnTo>
                    <a:pt x="805" y="9689"/>
                  </a:lnTo>
                  <a:lnTo>
                    <a:pt x="805" y="8884"/>
                  </a:lnTo>
                  <a:close/>
                  <a:moveTo>
                    <a:pt x="8079" y="10495"/>
                  </a:moveTo>
                  <a:lnTo>
                    <a:pt x="8079" y="11729"/>
                  </a:lnTo>
                  <a:cubicBezTo>
                    <a:pt x="8079" y="12181"/>
                    <a:pt x="8229" y="12600"/>
                    <a:pt x="8482" y="12936"/>
                  </a:cubicBezTo>
                  <a:lnTo>
                    <a:pt x="5259" y="12936"/>
                  </a:lnTo>
                  <a:cubicBezTo>
                    <a:pt x="5514" y="12600"/>
                    <a:pt x="5664" y="12181"/>
                    <a:pt x="5664" y="11729"/>
                  </a:cubicBezTo>
                  <a:lnTo>
                    <a:pt x="5664" y="10495"/>
                  </a:lnTo>
                  <a:close/>
                  <a:moveTo>
                    <a:pt x="1" y="1"/>
                  </a:moveTo>
                  <a:lnTo>
                    <a:pt x="1" y="10495"/>
                  </a:lnTo>
                  <a:lnTo>
                    <a:pt x="4859" y="10495"/>
                  </a:lnTo>
                  <a:lnTo>
                    <a:pt x="4859" y="11729"/>
                  </a:lnTo>
                  <a:cubicBezTo>
                    <a:pt x="4859" y="12395"/>
                    <a:pt x="4316" y="12936"/>
                    <a:pt x="3651" y="12936"/>
                  </a:cubicBezTo>
                  <a:lnTo>
                    <a:pt x="3651" y="13742"/>
                  </a:lnTo>
                  <a:lnTo>
                    <a:pt x="10092" y="13742"/>
                  </a:lnTo>
                  <a:lnTo>
                    <a:pt x="10092" y="12936"/>
                  </a:lnTo>
                  <a:cubicBezTo>
                    <a:pt x="9427" y="12936"/>
                    <a:pt x="8884" y="12395"/>
                    <a:pt x="8884" y="11729"/>
                  </a:cubicBezTo>
                  <a:lnTo>
                    <a:pt x="8884" y="10495"/>
                  </a:lnTo>
                  <a:lnTo>
                    <a:pt x="13742" y="10495"/>
                  </a:lnTo>
                  <a:lnTo>
                    <a:pt x="137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8"/>
            <p:cNvSpPr/>
            <p:nvPr/>
          </p:nvSpPr>
          <p:spPr>
            <a:xfrm>
              <a:off x="4078062" y="2091767"/>
              <a:ext cx="171692" cy="51253"/>
            </a:xfrm>
            <a:custGeom>
              <a:rect b="b" l="l" r="r" t="t"/>
              <a:pathLst>
                <a:path extrusionOk="0" h="1869" w="6261">
                  <a:moveTo>
                    <a:pt x="3130" y="1"/>
                  </a:moveTo>
                  <a:cubicBezTo>
                    <a:pt x="1950" y="1"/>
                    <a:pt x="838" y="462"/>
                    <a:pt x="0" y="1300"/>
                  </a:cubicBezTo>
                  <a:lnTo>
                    <a:pt x="569" y="1869"/>
                  </a:lnTo>
                  <a:cubicBezTo>
                    <a:pt x="1255" y="1184"/>
                    <a:pt x="2165" y="806"/>
                    <a:pt x="3130" y="806"/>
                  </a:cubicBezTo>
                  <a:cubicBezTo>
                    <a:pt x="4096" y="806"/>
                    <a:pt x="5005" y="1184"/>
                    <a:pt x="5691" y="1869"/>
                  </a:cubicBezTo>
                  <a:lnTo>
                    <a:pt x="6261" y="1300"/>
                  </a:lnTo>
                  <a:cubicBezTo>
                    <a:pt x="5423" y="462"/>
                    <a:pt x="4311" y="1"/>
                    <a:pt x="31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8"/>
            <p:cNvSpPr/>
            <p:nvPr/>
          </p:nvSpPr>
          <p:spPr>
            <a:xfrm>
              <a:off x="4109268" y="2135945"/>
              <a:ext cx="109279" cy="38309"/>
            </a:xfrm>
            <a:custGeom>
              <a:rect b="b" l="l" r="r" t="t"/>
              <a:pathLst>
                <a:path extrusionOk="0" h="1397" w="3985">
                  <a:moveTo>
                    <a:pt x="1992" y="1"/>
                  </a:moveTo>
                  <a:cubicBezTo>
                    <a:pt x="1240" y="1"/>
                    <a:pt x="533" y="294"/>
                    <a:pt x="1" y="827"/>
                  </a:cubicBezTo>
                  <a:lnTo>
                    <a:pt x="570" y="1396"/>
                  </a:lnTo>
                  <a:cubicBezTo>
                    <a:pt x="951" y="1015"/>
                    <a:pt x="1455" y="806"/>
                    <a:pt x="1992" y="806"/>
                  </a:cubicBezTo>
                  <a:cubicBezTo>
                    <a:pt x="2529" y="806"/>
                    <a:pt x="3034" y="1015"/>
                    <a:pt x="3415" y="1396"/>
                  </a:cubicBezTo>
                  <a:lnTo>
                    <a:pt x="3984" y="827"/>
                  </a:lnTo>
                  <a:cubicBezTo>
                    <a:pt x="3451" y="294"/>
                    <a:pt x="2744" y="1"/>
                    <a:pt x="19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8"/>
            <p:cNvSpPr/>
            <p:nvPr/>
          </p:nvSpPr>
          <p:spPr>
            <a:xfrm>
              <a:off x="4130768" y="2180123"/>
              <a:ext cx="66253" cy="66253"/>
            </a:xfrm>
            <a:custGeom>
              <a:rect b="b" l="l" r="r" t="t"/>
              <a:pathLst>
                <a:path extrusionOk="0" h="2416" w="2416">
                  <a:moveTo>
                    <a:pt x="1208" y="806"/>
                  </a:moveTo>
                  <a:cubicBezTo>
                    <a:pt x="1430" y="806"/>
                    <a:pt x="1610" y="986"/>
                    <a:pt x="1610" y="1208"/>
                  </a:cubicBezTo>
                  <a:cubicBezTo>
                    <a:pt x="1610" y="1430"/>
                    <a:pt x="1430" y="1610"/>
                    <a:pt x="1208" y="1610"/>
                  </a:cubicBezTo>
                  <a:cubicBezTo>
                    <a:pt x="986" y="1610"/>
                    <a:pt x="806" y="1430"/>
                    <a:pt x="806" y="1208"/>
                  </a:cubicBezTo>
                  <a:cubicBezTo>
                    <a:pt x="806" y="986"/>
                    <a:pt x="986" y="806"/>
                    <a:pt x="1208" y="806"/>
                  </a:cubicBezTo>
                  <a:close/>
                  <a:moveTo>
                    <a:pt x="1208" y="0"/>
                  </a:moveTo>
                  <a:cubicBezTo>
                    <a:pt x="542" y="0"/>
                    <a:pt x="1" y="542"/>
                    <a:pt x="1" y="1208"/>
                  </a:cubicBezTo>
                  <a:cubicBezTo>
                    <a:pt x="1" y="1874"/>
                    <a:pt x="542" y="2415"/>
                    <a:pt x="1208" y="2415"/>
                  </a:cubicBezTo>
                  <a:cubicBezTo>
                    <a:pt x="1875" y="2415"/>
                    <a:pt x="2416" y="1874"/>
                    <a:pt x="2416" y="1208"/>
                  </a:cubicBezTo>
                  <a:cubicBezTo>
                    <a:pt x="2416" y="542"/>
                    <a:pt x="1875" y="0"/>
                    <a:pt x="12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1" name="Google Shape;1531;p8"/>
          <p:cNvGrpSpPr/>
          <p:nvPr/>
        </p:nvGrpSpPr>
        <p:grpSpPr>
          <a:xfrm>
            <a:off x="4746649" y="1729758"/>
            <a:ext cx="327498" cy="242909"/>
            <a:chOff x="3964999" y="2654011"/>
            <a:chExt cx="376867" cy="376895"/>
          </a:xfrm>
        </p:grpSpPr>
        <p:sp>
          <p:nvSpPr>
            <p:cNvPr id="1532" name="Google Shape;1532;p8"/>
            <p:cNvSpPr/>
            <p:nvPr/>
          </p:nvSpPr>
          <p:spPr>
            <a:xfrm>
              <a:off x="3964999" y="2654011"/>
              <a:ext cx="376867" cy="376895"/>
            </a:xfrm>
            <a:custGeom>
              <a:rect b="b" l="l" r="r" t="t"/>
              <a:pathLst>
                <a:path extrusionOk="0" h="13744" w="13743">
                  <a:moveTo>
                    <a:pt x="12938" y="806"/>
                  </a:moveTo>
                  <a:lnTo>
                    <a:pt x="12938" y="8079"/>
                  </a:lnTo>
                  <a:lnTo>
                    <a:pt x="806" y="8079"/>
                  </a:lnTo>
                  <a:lnTo>
                    <a:pt x="806" y="806"/>
                  </a:lnTo>
                  <a:close/>
                  <a:moveTo>
                    <a:pt x="12938" y="8884"/>
                  </a:moveTo>
                  <a:lnTo>
                    <a:pt x="12938" y="9690"/>
                  </a:lnTo>
                  <a:lnTo>
                    <a:pt x="806" y="9690"/>
                  </a:lnTo>
                  <a:lnTo>
                    <a:pt x="806" y="8884"/>
                  </a:lnTo>
                  <a:close/>
                  <a:moveTo>
                    <a:pt x="8080" y="10495"/>
                  </a:moveTo>
                  <a:lnTo>
                    <a:pt x="8080" y="11729"/>
                  </a:lnTo>
                  <a:cubicBezTo>
                    <a:pt x="8080" y="12183"/>
                    <a:pt x="8230" y="12601"/>
                    <a:pt x="8483" y="12938"/>
                  </a:cubicBezTo>
                  <a:lnTo>
                    <a:pt x="5260" y="12938"/>
                  </a:lnTo>
                  <a:cubicBezTo>
                    <a:pt x="5513" y="12601"/>
                    <a:pt x="5664" y="12183"/>
                    <a:pt x="5664" y="11729"/>
                  </a:cubicBezTo>
                  <a:lnTo>
                    <a:pt x="5664" y="10495"/>
                  </a:lnTo>
                  <a:close/>
                  <a:moveTo>
                    <a:pt x="1" y="1"/>
                  </a:moveTo>
                  <a:lnTo>
                    <a:pt x="1" y="10495"/>
                  </a:lnTo>
                  <a:lnTo>
                    <a:pt x="4858" y="10495"/>
                  </a:lnTo>
                  <a:lnTo>
                    <a:pt x="4858" y="11729"/>
                  </a:lnTo>
                  <a:cubicBezTo>
                    <a:pt x="4858" y="12395"/>
                    <a:pt x="4317" y="12938"/>
                    <a:pt x="3651" y="12938"/>
                  </a:cubicBezTo>
                  <a:lnTo>
                    <a:pt x="3651" y="13743"/>
                  </a:lnTo>
                  <a:lnTo>
                    <a:pt x="10093" y="13743"/>
                  </a:lnTo>
                  <a:lnTo>
                    <a:pt x="10093" y="12938"/>
                  </a:lnTo>
                  <a:cubicBezTo>
                    <a:pt x="9426" y="12938"/>
                    <a:pt x="8885" y="12395"/>
                    <a:pt x="8885" y="11729"/>
                  </a:cubicBezTo>
                  <a:lnTo>
                    <a:pt x="8885" y="10495"/>
                  </a:lnTo>
                  <a:lnTo>
                    <a:pt x="13743" y="10495"/>
                  </a:lnTo>
                  <a:lnTo>
                    <a:pt x="137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8"/>
            <p:cNvSpPr/>
            <p:nvPr/>
          </p:nvSpPr>
          <p:spPr>
            <a:xfrm>
              <a:off x="4031992" y="2720977"/>
              <a:ext cx="242909" cy="132533"/>
            </a:xfrm>
            <a:custGeom>
              <a:rect b="b" l="l" r="r" t="t"/>
              <a:pathLst>
                <a:path extrusionOk="0" h="4833" w="8858">
                  <a:moveTo>
                    <a:pt x="8052" y="1611"/>
                  </a:moveTo>
                  <a:lnTo>
                    <a:pt x="8052" y="3222"/>
                  </a:lnTo>
                  <a:lnTo>
                    <a:pt x="7246" y="3222"/>
                  </a:lnTo>
                  <a:lnTo>
                    <a:pt x="7246" y="1611"/>
                  </a:lnTo>
                  <a:close/>
                  <a:moveTo>
                    <a:pt x="6442" y="806"/>
                  </a:moveTo>
                  <a:lnTo>
                    <a:pt x="6442" y="4027"/>
                  </a:lnTo>
                  <a:lnTo>
                    <a:pt x="806" y="4027"/>
                  </a:lnTo>
                  <a:lnTo>
                    <a:pt x="806" y="806"/>
                  </a:lnTo>
                  <a:close/>
                  <a:moveTo>
                    <a:pt x="0" y="0"/>
                  </a:moveTo>
                  <a:lnTo>
                    <a:pt x="0" y="4833"/>
                  </a:lnTo>
                  <a:lnTo>
                    <a:pt x="7246" y="4833"/>
                  </a:lnTo>
                  <a:lnTo>
                    <a:pt x="7246" y="4027"/>
                  </a:lnTo>
                  <a:lnTo>
                    <a:pt x="8857" y="4027"/>
                  </a:lnTo>
                  <a:lnTo>
                    <a:pt x="8857" y="806"/>
                  </a:lnTo>
                  <a:lnTo>
                    <a:pt x="7246" y="806"/>
                  </a:lnTo>
                  <a:lnTo>
                    <a:pt x="7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8"/>
            <p:cNvSpPr/>
            <p:nvPr/>
          </p:nvSpPr>
          <p:spPr>
            <a:xfrm>
              <a:off x="4120292" y="2765154"/>
              <a:ext cx="22130" cy="44205"/>
            </a:xfrm>
            <a:custGeom>
              <a:rect b="b" l="l" r="r" t="t"/>
              <a:pathLst>
                <a:path extrusionOk="0" h="1612" w="807">
                  <a:moveTo>
                    <a:pt x="1" y="0"/>
                  </a:moveTo>
                  <a:lnTo>
                    <a:pt x="1" y="1611"/>
                  </a:lnTo>
                  <a:lnTo>
                    <a:pt x="806" y="1611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8"/>
            <p:cNvSpPr/>
            <p:nvPr/>
          </p:nvSpPr>
          <p:spPr>
            <a:xfrm>
              <a:off x="4164470" y="2765154"/>
              <a:ext cx="22103" cy="44205"/>
            </a:xfrm>
            <a:custGeom>
              <a:rect b="b" l="l" r="r" t="t"/>
              <a:pathLst>
                <a:path extrusionOk="0" h="1612" w="806">
                  <a:moveTo>
                    <a:pt x="0" y="0"/>
                  </a:moveTo>
                  <a:lnTo>
                    <a:pt x="0" y="1611"/>
                  </a:lnTo>
                  <a:lnTo>
                    <a:pt x="806" y="1611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8"/>
            <p:cNvSpPr/>
            <p:nvPr/>
          </p:nvSpPr>
          <p:spPr>
            <a:xfrm>
              <a:off x="4076115" y="2765154"/>
              <a:ext cx="22130" cy="44205"/>
            </a:xfrm>
            <a:custGeom>
              <a:rect b="b" l="l" r="r" t="t"/>
              <a:pathLst>
                <a:path extrusionOk="0" h="1612" w="807">
                  <a:moveTo>
                    <a:pt x="1" y="0"/>
                  </a:moveTo>
                  <a:lnTo>
                    <a:pt x="1" y="1611"/>
                  </a:lnTo>
                  <a:lnTo>
                    <a:pt x="806" y="1611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7" name="Google Shape;1537;p8"/>
          <p:cNvGrpSpPr/>
          <p:nvPr/>
        </p:nvGrpSpPr>
        <p:grpSpPr>
          <a:xfrm>
            <a:off x="4746667" y="2374245"/>
            <a:ext cx="327474" cy="242891"/>
            <a:chOff x="3975474" y="3261145"/>
            <a:chExt cx="376840" cy="376867"/>
          </a:xfrm>
        </p:grpSpPr>
        <p:sp>
          <p:nvSpPr>
            <p:cNvPr id="1538" name="Google Shape;1538;p8"/>
            <p:cNvSpPr/>
            <p:nvPr/>
          </p:nvSpPr>
          <p:spPr>
            <a:xfrm>
              <a:off x="3975474" y="3261145"/>
              <a:ext cx="376840" cy="376867"/>
            </a:xfrm>
            <a:custGeom>
              <a:rect b="b" l="l" r="r" t="t"/>
              <a:pathLst>
                <a:path extrusionOk="0" h="13743" w="13742">
                  <a:moveTo>
                    <a:pt x="12936" y="806"/>
                  </a:moveTo>
                  <a:lnTo>
                    <a:pt x="12936" y="8079"/>
                  </a:lnTo>
                  <a:lnTo>
                    <a:pt x="805" y="8079"/>
                  </a:lnTo>
                  <a:lnTo>
                    <a:pt x="805" y="806"/>
                  </a:lnTo>
                  <a:close/>
                  <a:moveTo>
                    <a:pt x="12936" y="8885"/>
                  </a:moveTo>
                  <a:lnTo>
                    <a:pt x="12936" y="9689"/>
                  </a:lnTo>
                  <a:lnTo>
                    <a:pt x="805" y="9689"/>
                  </a:lnTo>
                  <a:lnTo>
                    <a:pt x="805" y="8885"/>
                  </a:lnTo>
                  <a:close/>
                  <a:moveTo>
                    <a:pt x="8079" y="10494"/>
                  </a:moveTo>
                  <a:lnTo>
                    <a:pt x="8079" y="11730"/>
                  </a:lnTo>
                  <a:cubicBezTo>
                    <a:pt x="8079" y="12182"/>
                    <a:pt x="8229" y="12600"/>
                    <a:pt x="8482" y="12937"/>
                  </a:cubicBezTo>
                  <a:lnTo>
                    <a:pt x="5259" y="12937"/>
                  </a:lnTo>
                  <a:cubicBezTo>
                    <a:pt x="5514" y="12600"/>
                    <a:pt x="5664" y="12182"/>
                    <a:pt x="5664" y="11730"/>
                  </a:cubicBezTo>
                  <a:lnTo>
                    <a:pt x="5664" y="10494"/>
                  </a:lnTo>
                  <a:close/>
                  <a:moveTo>
                    <a:pt x="1" y="0"/>
                  </a:moveTo>
                  <a:lnTo>
                    <a:pt x="1" y="10494"/>
                  </a:lnTo>
                  <a:lnTo>
                    <a:pt x="4859" y="10494"/>
                  </a:lnTo>
                  <a:lnTo>
                    <a:pt x="4859" y="11730"/>
                  </a:lnTo>
                  <a:cubicBezTo>
                    <a:pt x="4859" y="12395"/>
                    <a:pt x="4316" y="12937"/>
                    <a:pt x="3651" y="12937"/>
                  </a:cubicBezTo>
                  <a:lnTo>
                    <a:pt x="3651" y="13743"/>
                  </a:lnTo>
                  <a:lnTo>
                    <a:pt x="10092" y="13743"/>
                  </a:lnTo>
                  <a:lnTo>
                    <a:pt x="10092" y="12937"/>
                  </a:lnTo>
                  <a:cubicBezTo>
                    <a:pt x="9427" y="12937"/>
                    <a:pt x="8884" y="12395"/>
                    <a:pt x="8884" y="11730"/>
                  </a:cubicBezTo>
                  <a:lnTo>
                    <a:pt x="8884" y="10494"/>
                  </a:lnTo>
                  <a:lnTo>
                    <a:pt x="13742" y="10494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8"/>
            <p:cNvSpPr/>
            <p:nvPr/>
          </p:nvSpPr>
          <p:spPr>
            <a:xfrm>
              <a:off x="4086617" y="3306036"/>
              <a:ext cx="154581" cy="154608"/>
            </a:xfrm>
            <a:custGeom>
              <a:rect b="b" l="l" r="r" t="t"/>
              <a:pathLst>
                <a:path extrusionOk="0" h="5638" w="5637">
                  <a:moveTo>
                    <a:pt x="2818" y="2417"/>
                  </a:moveTo>
                  <a:cubicBezTo>
                    <a:pt x="3040" y="2417"/>
                    <a:pt x="3220" y="2597"/>
                    <a:pt x="3220" y="2819"/>
                  </a:cubicBezTo>
                  <a:cubicBezTo>
                    <a:pt x="3220" y="3041"/>
                    <a:pt x="3040" y="3221"/>
                    <a:pt x="2818" y="3221"/>
                  </a:cubicBezTo>
                  <a:cubicBezTo>
                    <a:pt x="2596" y="3221"/>
                    <a:pt x="2416" y="3041"/>
                    <a:pt x="2416" y="2819"/>
                  </a:cubicBezTo>
                  <a:cubicBezTo>
                    <a:pt x="2416" y="2597"/>
                    <a:pt x="2596" y="2417"/>
                    <a:pt x="2818" y="2417"/>
                  </a:cubicBezTo>
                  <a:close/>
                  <a:moveTo>
                    <a:pt x="2818" y="1"/>
                  </a:moveTo>
                  <a:cubicBezTo>
                    <a:pt x="1265" y="1"/>
                    <a:pt x="0" y="1266"/>
                    <a:pt x="0" y="2819"/>
                  </a:cubicBezTo>
                  <a:cubicBezTo>
                    <a:pt x="0" y="4372"/>
                    <a:pt x="1264" y="5637"/>
                    <a:pt x="2818" y="5637"/>
                  </a:cubicBezTo>
                  <a:cubicBezTo>
                    <a:pt x="3337" y="5637"/>
                    <a:pt x="3844" y="5494"/>
                    <a:pt x="4286" y="5224"/>
                  </a:cubicBezTo>
                  <a:lnTo>
                    <a:pt x="3866" y="4538"/>
                  </a:lnTo>
                  <a:cubicBezTo>
                    <a:pt x="3551" y="4731"/>
                    <a:pt x="3188" y="4832"/>
                    <a:pt x="2818" y="4832"/>
                  </a:cubicBezTo>
                  <a:cubicBezTo>
                    <a:pt x="1708" y="4832"/>
                    <a:pt x="806" y="3929"/>
                    <a:pt x="806" y="2819"/>
                  </a:cubicBezTo>
                  <a:cubicBezTo>
                    <a:pt x="806" y="1709"/>
                    <a:pt x="1708" y="806"/>
                    <a:pt x="2818" y="806"/>
                  </a:cubicBezTo>
                  <a:cubicBezTo>
                    <a:pt x="3929" y="806"/>
                    <a:pt x="4831" y="1709"/>
                    <a:pt x="4831" y="2819"/>
                  </a:cubicBezTo>
                  <a:cubicBezTo>
                    <a:pt x="4831" y="3041"/>
                    <a:pt x="4651" y="3221"/>
                    <a:pt x="4429" y="3221"/>
                  </a:cubicBezTo>
                  <a:cubicBezTo>
                    <a:pt x="4207" y="3221"/>
                    <a:pt x="4026" y="3041"/>
                    <a:pt x="4026" y="2819"/>
                  </a:cubicBezTo>
                  <a:cubicBezTo>
                    <a:pt x="4026" y="2153"/>
                    <a:pt x="3485" y="1612"/>
                    <a:pt x="2818" y="1612"/>
                  </a:cubicBezTo>
                  <a:cubicBezTo>
                    <a:pt x="2152" y="1612"/>
                    <a:pt x="1611" y="2153"/>
                    <a:pt x="1611" y="2819"/>
                  </a:cubicBezTo>
                  <a:cubicBezTo>
                    <a:pt x="1611" y="3485"/>
                    <a:pt x="2152" y="4026"/>
                    <a:pt x="2818" y="4026"/>
                  </a:cubicBezTo>
                  <a:cubicBezTo>
                    <a:pt x="3128" y="4026"/>
                    <a:pt x="3410" y="3910"/>
                    <a:pt x="3624" y="3718"/>
                  </a:cubicBezTo>
                  <a:cubicBezTo>
                    <a:pt x="3837" y="3910"/>
                    <a:pt x="4120" y="4026"/>
                    <a:pt x="4429" y="4026"/>
                  </a:cubicBezTo>
                  <a:cubicBezTo>
                    <a:pt x="5095" y="4026"/>
                    <a:pt x="5637" y="3485"/>
                    <a:pt x="5637" y="2819"/>
                  </a:cubicBezTo>
                  <a:cubicBezTo>
                    <a:pt x="5637" y="1266"/>
                    <a:pt x="4373" y="1"/>
                    <a:pt x="2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0" name="Google Shape;1540;p8"/>
          <p:cNvGrpSpPr/>
          <p:nvPr/>
        </p:nvGrpSpPr>
        <p:grpSpPr>
          <a:xfrm>
            <a:off x="4746667" y="3018732"/>
            <a:ext cx="327474" cy="242873"/>
            <a:chOff x="3975474" y="3868279"/>
            <a:chExt cx="376840" cy="376840"/>
          </a:xfrm>
        </p:grpSpPr>
        <p:sp>
          <p:nvSpPr>
            <p:cNvPr id="1541" name="Google Shape;1541;p8"/>
            <p:cNvSpPr/>
            <p:nvPr/>
          </p:nvSpPr>
          <p:spPr>
            <a:xfrm>
              <a:off x="3975474" y="3868279"/>
              <a:ext cx="376840" cy="376840"/>
            </a:xfrm>
            <a:custGeom>
              <a:rect b="b" l="l" r="r" t="t"/>
              <a:pathLst>
                <a:path extrusionOk="0" h="13742" w="13742">
                  <a:moveTo>
                    <a:pt x="12936" y="805"/>
                  </a:moveTo>
                  <a:lnTo>
                    <a:pt x="12936" y="8079"/>
                  </a:lnTo>
                  <a:lnTo>
                    <a:pt x="805" y="8079"/>
                  </a:lnTo>
                  <a:lnTo>
                    <a:pt x="805" y="805"/>
                  </a:lnTo>
                  <a:close/>
                  <a:moveTo>
                    <a:pt x="12936" y="8884"/>
                  </a:moveTo>
                  <a:lnTo>
                    <a:pt x="12936" y="9690"/>
                  </a:lnTo>
                  <a:lnTo>
                    <a:pt x="805" y="9690"/>
                  </a:lnTo>
                  <a:lnTo>
                    <a:pt x="805" y="8884"/>
                  </a:lnTo>
                  <a:close/>
                  <a:moveTo>
                    <a:pt x="8079" y="10495"/>
                  </a:moveTo>
                  <a:lnTo>
                    <a:pt x="8079" y="11729"/>
                  </a:lnTo>
                  <a:cubicBezTo>
                    <a:pt x="8079" y="12182"/>
                    <a:pt x="8229" y="12601"/>
                    <a:pt x="8482" y="12936"/>
                  </a:cubicBezTo>
                  <a:lnTo>
                    <a:pt x="5259" y="12936"/>
                  </a:lnTo>
                  <a:cubicBezTo>
                    <a:pt x="5514" y="12601"/>
                    <a:pt x="5664" y="12182"/>
                    <a:pt x="5664" y="11729"/>
                  </a:cubicBezTo>
                  <a:lnTo>
                    <a:pt x="5664" y="10495"/>
                  </a:lnTo>
                  <a:close/>
                  <a:moveTo>
                    <a:pt x="1" y="1"/>
                  </a:moveTo>
                  <a:lnTo>
                    <a:pt x="1" y="10495"/>
                  </a:lnTo>
                  <a:lnTo>
                    <a:pt x="4859" y="10495"/>
                  </a:lnTo>
                  <a:lnTo>
                    <a:pt x="4859" y="11729"/>
                  </a:lnTo>
                  <a:cubicBezTo>
                    <a:pt x="4859" y="12395"/>
                    <a:pt x="4316" y="12936"/>
                    <a:pt x="3651" y="12936"/>
                  </a:cubicBezTo>
                  <a:lnTo>
                    <a:pt x="3651" y="13742"/>
                  </a:lnTo>
                  <a:lnTo>
                    <a:pt x="10092" y="13742"/>
                  </a:lnTo>
                  <a:lnTo>
                    <a:pt x="10092" y="12936"/>
                  </a:lnTo>
                  <a:cubicBezTo>
                    <a:pt x="9427" y="12936"/>
                    <a:pt x="8884" y="12395"/>
                    <a:pt x="8884" y="11729"/>
                  </a:cubicBezTo>
                  <a:lnTo>
                    <a:pt x="8884" y="10495"/>
                  </a:lnTo>
                  <a:lnTo>
                    <a:pt x="13742" y="10495"/>
                  </a:lnTo>
                  <a:lnTo>
                    <a:pt x="137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8"/>
            <p:cNvSpPr/>
            <p:nvPr/>
          </p:nvSpPr>
          <p:spPr>
            <a:xfrm>
              <a:off x="4020392" y="3913170"/>
              <a:ext cx="287031" cy="154581"/>
            </a:xfrm>
            <a:custGeom>
              <a:rect b="b" l="l" r="r" t="t"/>
              <a:pathLst>
                <a:path extrusionOk="0" h="5637" w="10467">
                  <a:moveTo>
                    <a:pt x="2817" y="1611"/>
                  </a:moveTo>
                  <a:cubicBezTo>
                    <a:pt x="3483" y="1611"/>
                    <a:pt x="4026" y="2152"/>
                    <a:pt x="4026" y="2818"/>
                  </a:cubicBezTo>
                  <a:cubicBezTo>
                    <a:pt x="4026" y="3484"/>
                    <a:pt x="3483" y="4026"/>
                    <a:pt x="2817" y="4026"/>
                  </a:cubicBezTo>
                  <a:cubicBezTo>
                    <a:pt x="2152" y="4026"/>
                    <a:pt x="1610" y="3484"/>
                    <a:pt x="1610" y="2818"/>
                  </a:cubicBezTo>
                  <a:cubicBezTo>
                    <a:pt x="1610" y="2152"/>
                    <a:pt x="2152" y="1611"/>
                    <a:pt x="2817" y="1611"/>
                  </a:cubicBezTo>
                  <a:close/>
                  <a:moveTo>
                    <a:pt x="7650" y="1611"/>
                  </a:moveTo>
                  <a:cubicBezTo>
                    <a:pt x="8314" y="1611"/>
                    <a:pt x="8857" y="2152"/>
                    <a:pt x="8857" y="2818"/>
                  </a:cubicBezTo>
                  <a:cubicBezTo>
                    <a:pt x="8857" y="3484"/>
                    <a:pt x="8314" y="4026"/>
                    <a:pt x="7650" y="4026"/>
                  </a:cubicBezTo>
                  <a:cubicBezTo>
                    <a:pt x="6983" y="4026"/>
                    <a:pt x="6441" y="3484"/>
                    <a:pt x="6441" y="2818"/>
                  </a:cubicBezTo>
                  <a:cubicBezTo>
                    <a:pt x="6441" y="2152"/>
                    <a:pt x="6983" y="1611"/>
                    <a:pt x="7650" y="1611"/>
                  </a:cubicBezTo>
                  <a:close/>
                  <a:moveTo>
                    <a:pt x="2415" y="0"/>
                  </a:moveTo>
                  <a:lnTo>
                    <a:pt x="2415" y="846"/>
                  </a:lnTo>
                  <a:cubicBezTo>
                    <a:pt x="2158" y="898"/>
                    <a:pt x="1920" y="999"/>
                    <a:pt x="1708" y="1140"/>
                  </a:cubicBezTo>
                  <a:lnTo>
                    <a:pt x="1109" y="541"/>
                  </a:lnTo>
                  <a:lnTo>
                    <a:pt x="540" y="1110"/>
                  </a:lnTo>
                  <a:lnTo>
                    <a:pt x="1139" y="1709"/>
                  </a:lnTo>
                  <a:cubicBezTo>
                    <a:pt x="1000" y="1920"/>
                    <a:pt x="897" y="2159"/>
                    <a:pt x="845" y="2416"/>
                  </a:cubicBezTo>
                  <a:lnTo>
                    <a:pt x="0" y="2416"/>
                  </a:lnTo>
                  <a:lnTo>
                    <a:pt x="0" y="3222"/>
                  </a:lnTo>
                  <a:lnTo>
                    <a:pt x="845" y="3222"/>
                  </a:lnTo>
                  <a:cubicBezTo>
                    <a:pt x="897" y="3477"/>
                    <a:pt x="1000" y="3716"/>
                    <a:pt x="1139" y="3927"/>
                  </a:cubicBezTo>
                  <a:lnTo>
                    <a:pt x="540" y="4526"/>
                  </a:lnTo>
                  <a:lnTo>
                    <a:pt x="1109" y="5095"/>
                  </a:lnTo>
                  <a:lnTo>
                    <a:pt x="1708" y="4496"/>
                  </a:lnTo>
                  <a:cubicBezTo>
                    <a:pt x="1919" y="4637"/>
                    <a:pt x="2158" y="4738"/>
                    <a:pt x="2415" y="4790"/>
                  </a:cubicBezTo>
                  <a:lnTo>
                    <a:pt x="2415" y="5636"/>
                  </a:lnTo>
                  <a:lnTo>
                    <a:pt x="3221" y="5636"/>
                  </a:lnTo>
                  <a:lnTo>
                    <a:pt x="3221" y="4790"/>
                  </a:lnTo>
                  <a:cubicBezTo>
                    <a:pt x="3476" y="4738"/>
                    <a:pt x="3715" y="4637"/>
                    <a:pt x="3928" y="4496"/>
                  </a:cubicBezTo>
                  <a:lnTo>
                    <a:pt x="4526" y="5095"/>
                  </a:lnTo>
                  <a:lnTo>
                    <a:pt x="5096" y="4526"/>
                  </a:lnTo>
                  <a:lnTo>
                    <a:pt x="4497" y="3927"/>
                  </a:lnTo>
                  <a:cubicBezTo>
                    <a:pt x="4636" y="3716"/>
                    <a:pt x="4739" y="3477"/>
                    <a:pt x="4791" y="3222"/>
                  </a:cubicBezTo>
                  <a:lnTo>
                    <a:pt x="5676" y="3222"/>
                  </a:lnTo>
                  <a:cubicBezTo>
                    <a:pt x="5728" y="3477"/>
                    <a:pt x="5831" y="3716"/>
                    <a:pt x="5970" y="3927"/>
                  </a:cubicBezTo>
                  <a:lnTo>
                    <a:pt x="5371" y="4526"/>
                  </a:lnTo>
                  <a:lnTo>
                    <a:pt x="5940" y="5095"/>
                  </a:lnTo>
                  <a:lnTo>
                    <a:pt x="6539" y="4496"/>
                  </a:lnTo>
                  <a:cubicBezTo>
                    <a:pt x="6751" y="4637"/>
                    <a:pt x="6990" y="4738"/>
                    <a:pt x="7246" y="4790"/>
                  </a:cubicBezTo>
                  <a:lnTo>
                    <a:pt x="7246" y="5636"/>
                  </a:lnTo>
                  <a:lnTo>
                    <a:pt x="8052" y="5636"/>
                  </a:lnTo>
                  <a:lnTo>
                    <a:pt x="8052" y="4790"/>
                  </a:lnTo>
                  <a:cubicBezTo>
                    <a:pt x="8309" y="4738"/>
                    <a:pt x="8546" y="4637"/>
                    <a:pt x="8759" y="4496"/>
                  </a:cubicBezTo>
                  <a:lnTo>
                    <a:pt x="9357" y="5095"/>
                  </a:lnTo>
                  <a:lnTo>
                    <a:pt x="9927" y="4526"/>
                  </a:lnTo>
                  <a:lnTo>
                    <a:pt x="9328" y="3927"/>
                  </a:lnTo>
                  <a:cubicBezTo>
                    <a:pt x="9467" y="3716"/>
                    <a:pt x="9570" y="3477"/>
                    <a:pt x="9622" y="3222"/>
                  </a:cubicBezTo>
                  <a:lnTo>
                    <a:pt x="10466" y="3222"/>
                  </a:lnTo>
                  <a:lnTo>
                    <a:pt x="10466" y="2416"/>
                  </a:lnTo>
                  <a:lnTo>
                    <a:pt x="9622" y="2416"/>
                  </a:lnTo>
                  <a:cubicBezTo>
                    <a:pt x="9568" y="2159"/>
                    <a:pt x="9467" y="1920"/>
                    <a:pt x="9328" y="1709"/>
                  </a:cubicBezTo>
                  <a:lnTo>
                    <a:pt x="9927" y="1110"/>
                  </a:lnTo>
                  <a:lnTo>
                    <a:pt x="9357" y="541"/>
                  </a:lnTo>
                  <a:lnTo>
                    <a:pt x="8759" y="1140"/>
                  </a:lnTo>
                  <a:cubicBezTo>
                    <a:pt x="8546" y="999"/>
                    <a:pt x="8309" y="898"/>
                    <a:pt x="8052" y="846"/>
                  </a:cubicBezTo>
                  <a:lnTo>
                    <a:pt x="8052" y="0"/>
                  </a:lnTo>
                  <a:lnTo>
                    <a:pt x="7246" y="0"/>
                  </a:lnTo>
                  <a:lnTo>
                    <a:pt x="7246" y="846"/>
                  </a:lnTo>
                  <a:cubicBezTo>
                    <a:pt x="6989" y="898"/>
                    <a:pt x="6751" y="999"/>
                    <a:pt x="6539" y="1140"/>
                  </a:cubicBezTo>
                  <a:lnTo>
                    <a:pt x="5940" y="541"/>
                  </a:lnTo>
                  <a:lnTo>
                    <a:pt x="5371" y="1110"/>
                  </a:lnTo>
                  <a:lnTo>
                    <a:pt x="5970" y="1709"/>
                  </a:lnTo>
                  <a:cubicBezTo>
                    <a:pt x="5831" y="1920"/>
                    <a:pt x="5728" y="2159"/>
                    <a:pt x="5676" y="2416"/>
                  </a:cubicBezTo>
                  <a:lnTo>
                    <a:pt x="4791" y="2416"/>
                  </a:lnTo>
                  <a:cubicBezTo>
                    <a:pt x="4737" y="2159"/>
                    <a:pt x="4636" y="1920"/>
                    <a:pt x="4497" y="1709"/>
                  </a:cubicBezTo>
                  <a:lnTo>
                    <a:pt x="5096" y="1110"/>
                  </a:lnTo>
                  <a:lnTo>
                    <a:pt x="4526" y="541"/>
                  </a:lnTo>
                  <a:lnTo>
                    <a:pt x="3928" y="1140"/>
                  </a:lnTo>
                  <a:cubicBezTo>
                    <a:pt x="3715" y="999"/>
                    <a:pt x="3476" y="898"/>
                    <a:pt x="3221" y="846"/>
                  </a:cubicBezTo>
                  <a:lnTo>
                    <a:pt x="32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8"/>
            <p:cNvSpPr/>
            <p:nvPr/>
          </p:nvSpPr>
          <p:spPr>
            <a:xfrm>
              <a:off x="4086617" y="3979422"/>
              <a:ext cx="22103" cy="22103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8"/>
            <p:cNvSpPr/>
            <p:nvPr/>
          </p:nvSpPr>
          <p:spPr>
            <a:xfrm>
              <a:off x="4219096" y="3979422"/>
              <a:ext cx="22103" cy="22103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5" name="Google Shape;1545;p8"/>
          <p:cNvGrpSpPr/>
          <p:nvPr/>
        </p:nvGrpSpPr>
        <p:grpSpPr>
          <a:xfrm>
            <a:off x="773649" y="2280000"/>
            <a:ext cx="3667104" cy="430890"/>
            <a:chOff x="1026729" y="3179069"/>
            <a:chExt cx="3370500" cy="534006"/>
          </a:xfrm>
        </p:grpSpPr>
        <p:sp>
          <p:nvSpPr>
            <p:cNvPr id="1546" name="Google Shape;1546;p8"/>
            <p:cNvSpPr txBox="1"/>
            <p:nvPr/>
          </p:nvSpPr>
          <p:spPr>
            <a:xfrm flipH="1">
              <a:off x="1026729" y="3179069"/>
              <a:ext cx="33705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1"/>
                <a:buFont typeface="Arial"/>
                <a:buNone/>
              </a:pPr>
              <a:r>
                <a:rPr b="0" i="0" lang="en" sz="1291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Χρονικός διαχωρισμός</a:t>
              </a:r>
              <a:endParaRPr b="0" i="0" sz="1291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1"/>
                <a:buFont typeface="Arial"/>
                <a:buNone/>
              </a:pPr>
              <a:r>
                <a:rPr b="0" i="0" lang="en" sz="1291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   80% train – 20% test (time-based)</a:t>
              </a:r>
              <a:endParaRPr b="0" i="0" sz="1291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47" name="Google Shape;1547;p8"/>
            <p:cNvSpPr txBox="1"/>
            <p:nvPr/>
          </p:nvSpPr>
          <p:spPr>
            <a:xfrm flipH="1">
              <a:off x="3322600" y="3179075"/>
              <a:ext cx="9141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6"/>
                <a:buFont typeface="Arial"/>
                <a:buNone/>
              </a:pPr>
              <a:r>
                <a:t/>
              </a:r>
              <a:endParaRPr b="0" i="0" sz="1936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1548" name="Google Shape;1548;p8"/>
          <p:cNvGrpSpPr/>
          <p:nvPr/>
        </p:nvGrpSpPr>
        <p:grpSpPr>
          <a:xfrm>
            <a:off x="773675" y="1635618"/>
            <a:ext cx="3667104" cy="430891"/>
            <a:chOff x="1026752" y="2380400"/>
            <a:chExt cx="3370500" cy="534009"/>
          </a:xfrm>
        </p:grpSpPr>
        <p:sp>
          <p:nvSpPr>
            <p:cNvPr id="1549" name="Google Shape;1549;p8"/>
            <p:cNvSpPr txBox="1"/>
            <p:nvPr/>
          </p:nvSpPr>
          <p:spPr>
            <a:xfrm flipH="1">
              <a:off x="1026752" y="2380409"/>
              <a:ext cx="33705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1"/>
                <a:buFont typeface="Arial"/>
                <a:buNone/>
              </a:pPr>
              <a:r>
                <a:rPr b="0" i="0" lang="en" sz="1291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Ορισμός στόχου (target)</a:t>
              </a:r>
              <a:endParaRPr b="0" i="0" sz="1291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1"/>
                <a:buFont typeface="Arial"/>
                <a:buNone/>
              </a:pPr>
              <a:r>
                <a:rPr b="0" i="0" lang="en" sz="1291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   Κατανάλωση επόμενης ημέρας (shift −1)</a:t>
              </a:r>
              <a:endParaRPr b="0" i="0" sz="1291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0" name="Google Shape;1550;p8"/>
            <p:cNvSpPr txBox="1"/>
            <p:nvPr/>
          </p:nvSpPr>
          <p:spPr>
            <a:xfrm flipH="1">
              <a:off x="3322600" y="2380400"/>
              <a:ext cx="9141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6"/>
                <a:buFont typeface="Arial"/>
                <a:buNone/>
              </a:pPr>
              <a:r>
                <a:t/>
              </a:r>
              <a:endParaRPr b="0" i="0" sz="1936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1551" name="Google Shape;1551;p8"/>
          <p:cNvGrpSpPr/>
          <p:nvPr/>
        </p:nvGrpSpPr>
        <p:grpSpPr>
          <a:xfrm>
            <a:off x="442453" y="991225"/>
            <a:ext cx="4061722" cy="488497"/>
            <a:chOff x="722321" y="1581711"/>
            <a:chExt cx="3733200" cy="605400"/>
          </a:xfrm>
        </p:grpSpPr>
        <p:sp>
          <p:nvSpPr>
            <p:cNvPr id="1552" name="Google Shape;1552;p8"/>
            <p:cNvSpPr txBox="1"/>
            <p:nvPr/>
          </p:nvSpPr>
          <p:spPr>
            <a:xfrm flipH="1">
              <a:off x="722321" y="1581711"/>
              <a:ext cx="37332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1"/>
                <a:buFont typeface="Arial"/>
                <a:buNone/>
              </a:pPr>
              <a:r>
                <a:rPr b="0" i="0" lang="en" sz="1291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0" i="0" lang="en" sz="11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Επιλογή χαρακτηριστικών</a:t>
              </a:r>
              <a:endParaRPr b="0" i="0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   Nighttime_kwh, Peak_hour_power, day_of_week, is_weekend</a:t>
              </a:r>
              <a:endParaRPr b="0" i="0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3" name="Google Shape;1553;p8"/>
            <p:cNvSpPr txBox="1"/>
            <p:nvPr/>
          </p:nvSpPr>
          <p:spPr>
            <a:xfrm flipH="1">
              <a:off x="3322600" y="1581725"/>
              <a:ext cx="9141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6"/>
                <a:buFont typeface="Arial"/>
                <a:buNone/>
              </a:pPr>
              <a:r>
                <a:t/>
              </a:r>
              <a:endParaRPr b="0" i="0" sz="1936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pic>
        <p:nvPicPr>
          <p:cNvPr id="1554" name="Google Shape;15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0871" y="1220100"/>
            <a:ext cx="3340650" cy="33217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5" name="Google Shape;1555;p8"/>
          <p:cNvSpPr/>
          <p:nvPr/>
        </p:nvSpPr>
        <p:spPr>
          <a:xfrm flipH="1">
            <a:off x="437071" y="3490917"/>
            <a:ext cx="4852800" cy="587400"/>
          </a:xfrm>
          <a:prstGeom prst="roundRect">
            <a:avLst>
              <a:gd fmla="val 6170" name="adj"/>
            </a:avLst>
          </a:prstGeom>
          <a:solidFill>
            <a:srgbClr val="2852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6" name="Google Shape;1556;p8"/>
          <p:cNvGrpSpPr/>
          <p:nvPr/>
        </p:nvGrpSpPr>
        <p:grpSpPr>
          <a:xfrm flipH="1">
            <a:off x="4498659" y="3490772"/>
            <a:ext cx="792071" cy="587400"/>
            <a:chOff x="1388550" y="311575"/>
            <a:chExt cx="1099794" cy="1099794"/>
          </a:xfrm>
        </p:grpSpPr>
        <p:sp>
          <p:nvSpPr>
            <p:cNvPr id="1557" name="Google Shape;1557;p8"/>
            <p:cNvSpPr/>
            <p:nvPr/>
          </p:nvSpPr>
          <p:spPr>
            <a:xfrm>
              <a:off x="1388550" y="311575"/>
              <a:ext cx="1099794" cy="1099794"/>
            </a:xfrm>
            <a:custGeom>
              <a:rect b="b" l="l" r="r" t="t"/>
              <a:pathLst>
                <a:path extrusionOk="0" h="5254" w="5254">
                  <a:moveTo>
                    <a:pt x="4776" y="13"/>
                  </a:moveTo>
                  <a:cubicBezTo>
                    <a:pt x="5032" y="13"/>
                    <a:pt x="5241" y="222"/>
                    <a:pt x="5241" y="478"/>
                  </a:cubicBezTo>
                  <a:lnTo>
                    <a:pt x="5241" y="4776"/>
                  </a:lnTo>
                  <a:cubicBezTo>
                    <a:pt x="5241" y="5033"/>
                    <a:pt x="5032" y="5240"/>
                    <a:pt x="4776" y="5240"/>
                  </a:cubicBezTo>
                  <a:lnTo>
                    <a:pt x="478" y="5240"/>
                  </a:lnTo>
                  <a:cubicBezTo>
                    <a:pt x="221" y="5240"/>
                    <a:pt x="14" y="5033"/>
                    <a:pt x="14" y="4776"/>
                  </a:cubicBezTo>
                  <a:lnTo>
                    <a:pt x="14" y="478"/>
                  </a:lnTo>
                  <a:cubicBezTo>
                    <a:pt x="14" y="222"/>
                    <a:pt x="221" y="13"/>
                    <a:pt x="478" y="13"/>
                  </a:cubicBezTo>
                  <a:close/>
                  <a:moveTo>
                    <a:pt x="478" y="1"/>
                  </a:moveTo>
                  <a:cubicBezTo>
                    <a:pt x="214" y="1"/>
                    <a:pt x="0" y="215"/>
                    <a:pt x="0" y="478"/>
                  </a:cubicBezTo>
                  <a:lnTo>
                    <a:pt x="0" y="4776"/>
                  </a:lnTo>
                  <a:cubicBezTo>
                    <a:pt x="0" y="5040"/>
                    <a:pt x="214" y="5254"/>
                    <a:pt x="478" y="5254"/>
                  </a:cubicBezTo>
                  <a:lnTo>
                    <a:pt x="4776" y="5254"/>
                  </a:lnTo>
                  <a:cubicBezTo>
                    <a:pt x="5039" y="5254"/>
                    <a:pt x="5253" y="5040"/>
                    <a:pt x="5253" y="4776"/>
                  </a:cubicBezTo>
                  <a:lnTo>
                    <a:pt x="5253" y="478"/>
                  </a:lnTo>
                  <a:cubicBezTo>
                    <a:pt x="5253" y="215"/>
                    <a:pt x="5039" y="1"/>
                    <a:pt x="4776" y="1"/>
                  </a:cubicBez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8"/>
            <p:cNvSpPr/>
            <p:nvPr/>
          </p:nvSpPr>
          <p:spPr>
            <a:xfrm>
              <a:off x="1540103" y="463337"/>
              <a:ext cx="796482" cy="796482"/>
            </a:xfrm>
            <a:custGeom>
              <a:rect b="b" l="l" r="r" t="t"/>
              <a:pathLst>
                <a:path extrusionOk="0" h="3805" w="3805">
                  <a:moveTo>
                    <a:pt x="3458" y="14"/>
                  </a:moveTo>
                  <a:cubicBezTo>
                    <a:pt x="3642" y="14"/>
                    <a:pt x="3791" y="163"/>
                    <a:pt x="3791" y="347"/>
                  </a:cubicBezTo>
                  <a:lnTo>
                    <a:pt x="3791" y="3458"/>
                  </a:lnTo>
                  <a:cubicBezTo>
                    <a:pt x="3791" y="3642"/>
                    <a:pt x="3642" y="3791"/>
                    <a:pt x="3458" y="3791"/>
                  </a:cubicBezTo>
                  <a:lnTo>
                    <a:pt x="347" y="3791"/>
                  </a:lnTo>
                  <a:cubicBezTo>
                    <a:pt x="163" y="3791"/>
                    <a:pt x="14" y="3642"/>
                    <a:pt x="14" y="3458"/>
                  </a:cubicBezTo>
                  <a:lnTo>
                    <a:pt x="14" y="347"/>
                  </a:lnTo>
                  <a:cubicBezTo>
                    <a:pt x="14" y="163"/>
                    <a:pt x="163" y="14"/>
                    <a:pt x="347" y="14"/>
                  </a:cubicBezTo>
                  <a:close/>
                  <a:moveTo>
                    <a:pt x="347" y="0"/>
                  </a:moveTo>
                  <a:cubicBezTo>
                    <a:pt x="156" y="0"/>
                    <a:pt x="1" y="155"/>
                    <a:pt x="1" y="347"/>
                  </a:cubicBezTo>
                  <a:lnTo>
                    <a:pt x="1" y="3458"/>
                  </a:lnTo>
                  <a:cubicBezTo>
                    <a:pt x="1" y="3649"/>
                    <a:pt x="156" y="3804"/>
                    <a:pt x="347" y="3804"/>
                  </a:cubicBezTo>
                  <a:lnTo>
                    <a:pt x="3458" y="3804"/>
                  </a:lnTo>
                  <a:cubicBezTo>
                    <a:pt x="3650" y="3804"/>
                    <a:pt x="3805" y="3649"/>
                    <a:pt x="3805" y="3458"/>
                  </a:cubicBezTo>
                  <a:lnTo>
                    <a:pt x="3805" y="347"/>
                  </a:lnTo>
                  <a:cubicBezTo>
                    <a:pt x="3805" y="155"/>
                    <a:pt x="3650" y="0"/>
                    <a:pt x="3458" y="0"/>
                  </a:cubicBez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8"/>
            <p:cNvSpPr/>
            <p:nvPr/>
          </p:nvSpPr>
          <p:spPr>
            <a:xfrm>
              <a:off x="2026789" y="471501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8"/>
            <p:cNvSpPr/>
            <p:nvPr/>
          </p:nvSpPr>
          <p:spPr>
            <a:xfrm>
              <a:off x="2026789" y="1166887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8"/>
            <p:cNvSpPr/>
            <p:nvPr/>
          </p:nvSpPr>
          <p:spPr>
            <a:xfrm>
              <a:off x="1936988" y="471501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8"/>
            <p:cNvSpPr/>
            <p:nvPr/>
          </p:nvSpPr>
          <p:spPr>
            <a:xfrm>
              <a:off x="1936988" y="1166887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8"/>
            <p:cNvSpPr/>
            <p:nvPr/>
          </p:nvSpPr>
          <p:spPr>
            <a:xfrm>
              <a:off x="1847186" y="471501"/>
              <a:ext cx="2931" cy="84567"/>
            </a:xfrm>
            <a:custGeom>
              <a:rect b="b" l="l" r="r" t="t"/>
              <a:pathLst>
                <a:path extrusionOk="0" h="404" w="14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8"/>
            <p:cNvSpPr/>
            <p:nvPr/>
          </p:nvSpPr>
          <p:spPr>
            <a:xfrm>
              <a:off x="1847186" y="1166887"/>
              <a:ext cx="2931" cy="84567"/>
            </a:xfrm>
            <a:custGeom>
              <a:rect b="b" l="l" r="r" t="t"/>
              <a:pathLst>
                <a:path extrusionOk="0" h="404" w="14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8"/>
            <p:cNvSpPr/>
            <p:nvPr/>
          </p:nvSpPr>
          <p:spPr>
            <a:xfrm>
              <a:off x="1548476" y="860222"/>
              <a:ext cx="84567" cy="2721"/>
            </a:xfrm>
            <a:custGeom>
              <a:rect b="b" l="l" r="r" t="t"/>
              <a:pathLst>
                <a:path extrusionOk="0" h="13" w="404">
                  <a:moveTo>
                    <a:pt x="0" y="0"/>
                  </a:moveTo>
                  <a:lnTo>
                    <a:pt x="0" y="12"/>
                  </a:lnTo>
                  <a:lnTo>
                    <a:pt x="403" y="12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8"/>
            <p:cNvSpPr/>
            <p:nvPr/>
          </p:nvSpPr>
          <p:spPr>
            <a:xfrm>
              <a:off x="2243862" y="860222"/>
              <a:ext cx="84567" cy="2721"/>
            </a:xfrm>
            <a:custGeom>
              <a:rect b="b" l="l" r="r" t="t"/>
              <a:pathLst>
                <a:path extrusionOk="0" h="13" w="404">
                  <a:moveTo>
                    <a:pt x="0" y="0"/>
                  </a:moveTo>
                  <a:lnTo>
                    <a:pt x="0" y="12"/>
                  </a:lnTo>
                  <a:lnTo>
                    <a:pt x="403" y="12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7" name="Google Shape;1567;p8"/>
          <p:cNvSpPr/>
          <p:nvPr/>
        </p:nvSpPr>
        <p:spPr>
          <a:xfrm flipH="1">
            <a:off x="448125" y="4135374"/>
            <a:ext cx="4852800" cy="821700"/>
          </a:xfrm>
          <a:prstGeom prst="roundRect">
            <a:avLst>
              <a:gd fmla="val 6170" name="adj"/>
            </a:avLst>
          </a:prstGeom>
          <a:solidFill>
            <a:srgbClr val="28529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8" name="Google Shape;1568;p8"/>
          <p:cNvGrpSpPr/>
          <p:nvPr/>
        </p:nvGrpSpPr>
        <p:grpSpPr>
          <a:xfrm flipH="1">
            <a:off x="4440770" y="4231508"/>
            <a:ext cx="792071" cy="587400"/>
            <a:chOff x="1388550" y="311575"/>
            <a:chExt cx="1099794" cy="1099794"/>
          </a:xfrm>
        </p:grpSpPr>
        <p:sp>
          <p:nvSpPr>
            <p:cNvPr id="1569" name="Google Shape;1569;p8"/>
            <p:cNvSpPr/>
            <p:nvPr/>
          </p:nvSpPr>
          <p:spPr>
            <a:xfrm>
              <a:off x="1388550" y="311575"/>
              <a:ext cx="1099794" cy="1099794"/>
            </a:xfrm>
            <a:custGeom>
              <a:rect b="b" l="l" r="r" t="t"/>
              <a:pathLst>
                <a:path extrusionOk="0" h="5254" w="5254">
                  <a:moveTo>
                    <a:pt x="4776" y="13"/>
                  </a:moveTo>
                  <a:cubicBezTo>
                    <a:pt x="5032" y="13"/>
                    <a:pt x="5241" y="222"/>
                    <a:pt x="5241" y="478"/>
                  </a:cubicBezTo>
                  <a:lnTo>
                    <a:pt x="5241" y="4776"/>
                  </a:lnTo>
                  <a:cubicBezTo>
                    <a:pt x="5241" y="5033"/>
                    <a:pt x="5032" y="5240"/>
                    <a:pt x="4776" y="5240"/>
                  </a:cubicBezTo>
                  <a:lnTo>
                    <a:pt x="478" y="5240"/>
                  </a:lnTo>
                  <a:cubicBezTo>
                    <a:pt x="221" y="5240"/>
                    <a:pt x="14" y="5033"/>
                    <a:pt x="14" y="4776"/>
                  </a:cubicBezTo>
                  <a:lnTo>
                    <a:pt x="14" y="478"/>
                  </a:lnTo>
                  <a:cubicBezTo>
                    <a:pt x="14" y="222"/>
                    <a:pt x="221" y="13"/>
                    <a:pt x="478" y="13"/>
                  </a:cubicBezTo>
                  <a:close/>
                  <a:moveTo>
                    <a:pt x="478" y="1"/>
                  </a:moveTo>
                  <a:cubicBezTo>
                    <a:pt x="214" y="1"/>
                    <a:pt x="0" y="215"/>
                    <a:pt x="0" y="478"/>
                  </a:cubicBezTo>
                  <a:lnTo>
                    <a:pt x="0" y="4776"/>
                  </a:lnTo>
                  <a:cubicBezTo>
                    <a:pt x="0" y="5040"/>
                    <a:pt x="214" y="5254"/>
                    <a:pt x="478" y="5254"/>
                  </a:cubicBezTo>
                  <a:lnTo>
                    <a:pt x="4776" y="5254"/>
                  </a:lnTo>
                  <a:cubicBezTo>
                    <a:pt x="5039" y="5254"/>
                    <a:pt x="5253" y="5040"/>
                    <a:pt x="5253" y="4776"/>
                  </a:cubicBezTo>
                  <a:lnTo>
                    <a:pt x="5253" y="478"/>
                  </a:lnTo>
                  <a:cubicBezTo>
                    <a:pt x="5253" y="215"/>
                    <a:pt x="5039" y="1"/>
                    <a:pt x="4776" y="1"/>
                  </a:cubicBez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8"/>
            <p:cNvSpPr/>
            <p:nvPr/>
          </p:nvSpPr>
          <p:spPr>
            <a:xfrm>
              <a:off x="1540103" y="463337"/>
              <a:ext cx="796482" cy="796482"/>
            </a:xfrm>
            <a:custGeom>
              <a:rect b="b" l="l" r="r" t="t"/>
              <a:pathLst>
                <a:path extrusionOk="0" h="3805" w="3805">
                  <a:moveTo>
                    <a:pt x="3458" y="14"/>
                  </a:moveTo>
                  <a:cubicBezTo>
                    <a:pt x="3642" y="14"/>
                    <a:pt x="3791" y="163"/>
                    <a:pt x="3791" y="347"/>
                  </a:cubicBezTo>
                  <a:lnTo>
                    <a:pt x="3791" y="3458"/>
                  </a:lnTo>
                  <a:cubicBezTo>
                    <a:pt x="3791" y="3642"/>
                    <a:pt x="3642" y="3791"/>
                    <a:pt x="3458" y="3791"/>
                  </a:cubicBezTo>
                  <a:lnTo>
                    <a:pt x="347" y="3791"/>
                  </a:lnTo>
                  <a:cubicBezTo>
                    <a:pt x="163" y="3791"/>
                    <a:pt x="14" y="3642"/>
                    <a:pt x="14" y="3458"/>
                  </a:cubicBezTo>
                  <a:lnTo>
                    <a:pt x="14" y="347"/>
                  </a:lnTo>
                  <a:cubicBezTo>
                    <a:pt x="14" y="163"/>
                    <a:pt x="163" y="14"/>
                    <a:pt x="347" y="14"/>
                  </a:cubicBezTo>
                  <a:close/>
                  <a:moveTo>
                    <a:pt x="347" y="0"/>
                  </a:moveTo>
                  <a:cubicBezTo>
                    <a:pt x="156" y="0"/>
                    <a:pt x="1" y="155"/>
                    <a:pt x="1" y="347"/>
                  </a:cubicBezTo>
                  <a:lnTo>
                    <a:pt x="1" y="3458"/>
                  </a:lnTo>
                  <a:cubicBezTo>
                    <a:pt x="1" y="3649"/>
                    <a:pt x="156" y="3804"/>
                    <a:pt x="347" y="3804"/>
                  </a:cubicBezTo>
                  <a:lnTo>
                    <a:pt x="3458" y="3804"/>
                  </a:lnTo>
                  <a:cubicBezTo>
                    <a:pt x="3650" y="3804"/>
                    <a:pt x="3805" y="3649"/>
                    <a:pt x="3805" y="3458"/>
                  </a:cubicBezTo>
                  <a:lnTo>
                    <a:pt x="3805" y="347"/>
                  </a:lnTo>
                  <a:cubicBezTo>
                    <a:pt x="3805" y="155"/>
                    <a:pt x="3650" y="0"/>
                    <a:pt x="3458" y="0"/>
                  </a:cubicBez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8"/>
            <p:cNvSpPr/>
            <p:nvPr/>
          </p:nvSpPr>
          <p:spPr>
            <a:xfrm>
              <a:off x="2026789" y="471501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8"/>
            <p:cNvSpPr/>
            <p:nvPr/>
          </p:nvSpPr>
          <p:spPr>
            <a:xfrm>
              <a:off x="2026789" y="1166887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8"/>
            <p:cNvSpPr/>
            <p:nvPr/>
          </p:nvSpPr>
          <p:spPr>
            <a:xfrm>
              <a:off x="1936988" y="471501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8"/>
            <p:cNvSpPr/>
            <p:nvPr/>
          </p:nvSpPr>
          <p:spPr>
            <a:xfrm>
              <a:off x="1936988" y="1166887"/>
              <a:ext cx="2721" cy="84567"/>
            </a:xfrm>
            <a:custGeom>
              <a:rect b="b" l="l" r="r" t="t"/>
              <a:pathLst>
                <a:path extrusionOk="0" h="404" w="13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8"/>
            <p:cNvSpPr/>
            <p:nvPr/>
          </p:nvSpPr>
          <p:spPr>
            <a:xfrm>
              <a:off x="1847186" y="471501"/>
              <a:ext cx="2931" cy="84567"/>
            </a:xfrm>
            <a:custGeom>
              <a:rect b="b" l="l" r="r" t="t"/>
              <a:pathLst>
                <a:path extrusionOk="0" h="404" w="14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8"/>
            <p:cNvSpPr/>
            <p:nvPr/>
          </p:nvSpPr>
          <p:spPr>
            <a:xfrm>
              <a:off x="1847186" y="1166887"/>
              <a:ext cx="2931" cy="84567"/>
            </a:xfrm>
            <a:custGeom>
              <a:rect b="b" l="l" r="r" t="t"/>
              <a:pathLst>
                <a:path extrusionOk="0" h="404" w="14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8"/>
            <p:cNvSpPr/>
            <p:nvPr/>
          </p:nvSpPr>
          <p:spPr>
            <a:xfrm>
              <a:off x="1548476" y="860222"/>
              <a:ext cx="84567" cy="2721"/>
            </a:xfrm>
            <a:custGeom>
              <a:rect b="b" l="l" r="r" t="t"/>
              <a:pathLst>
                <a:path extrusionOk="0" h="13" w="404">
                  <a:moveTo>
                    <a:pt x="0" y="0"/>
                  </a:moveTo>
                  <a:lnTo>
                    <a:pt x="0" y="12"/>
                  </a:lnTo>
                  <a:lnTo>
                    <a:pt x="403" y="12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8"/>
            <p:cNvSpPr/>
            <p:nvPr/>
          </p:nvSpPr>
          <p:spPr>
            <a:xfrm>
              <a:off x="2243862" y="860222"/>
              <a:ext cx="84567" cy="2721"/>
            </a:xfrm>
            <a:custGeom>
              <a:rect b="b" l="l" r="r" t="t"/>
              <a:pathLst>
                <a:path extrusionOk="0" h="13" w="404">
                  <a:moveTo>
                    <a:pt x="0" y="0"/>
                  </a:moveTo>
                  <a:lnTo>
                    <a:pt x="0" y="12"/>
                  </a:lnTo>
                  <a:lnTo>
                    <a:pt x="403" y="12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9" name="Google Shape;1579;p8"/>
          <p:cNvGrpSpPr/>
          <p:nvPr/>
        </p:nvGrpSpPr>
        <p:grpSpPr>
          <a:xfrm>
            <a:off x="453804" y="4244770"/>
            <a:ext cx="3981427" cy="612973"/>
            <a:chOff x="737826" y="3977515"/>
            <a:chExt cx="3659400" cy="542935"/>
          </a:xfrm>
        </p:grpSpPr>
        <p:sp>
          <p:nvSpPr>
            <p:cNvPr id="1580" name="Google Shape;1580;p8"/>
            <p:cNvSpPr txBox="1"/>
            <p:nvPr/>
          </p:nvSpPr>
          <p:spPr>
            <a:xfrm flipH="1">
              <a:off x="3322600" y="3986450"/>
              <a:ext cx="9141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6"/>
                <a:buFont typeface="Arial"/>
                <a:buNone/>
              </a:pPr>
              <a:r>
                <a:t/>
              </a:r>
              <a:endParaRPr b="0" i="0" sz="1936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581" name="Google Shape;1581;p8"/>
            <p:cNvSpPr txBox="1"/>
            <p:nvPr/>
          </p:nvSpPr>
          <p:spPr>
            <a:xfrm flipH="1">
              <a:off x="737826" y="3977515"/>
              <a:ext cx="36594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1"/>
                <a:buFont typeface="Arial"/>
                <a:buNone/>
              </a:pPr>
              <a:r>
                <a:rPr b="0" i="0" lang="en" sz="1291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Σύγκριση μοντέλων</a:t>
              </a:r>
              <a:endParaRPr b="0" i="0" sz="1291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2"/>
                  </a:solidFill>
                  <a:latin typeface="Bebas Neue"/>
                  <a:ea typeface="Bebas Neue"/>
                  <a:cs typeface="Bebas Neue"/>
                  <a:sym typeface="Bebas Neue"/>
                </a:rPr>
                <a:t>  Linear Regression ( MAE=4.88, RMSE=6.39, R2=0.27)</a:t>
              </a:r>
              <a:endParaRPr b="0" i="0" sz="1291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1"/>
                <a:buFont typeface="Arial"/>
                <a:buNone/>
              </a:pPr>
              <a:r>
                <a:rPr b="0" i="0" lang="en" sz="1291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 Random Forest ( MAE=4.99, RMSE= 6.59, R2= 0.23)</a:t>
              </a:r>
              <a:endParaRPr b="0" i="0" sz="1291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1"/>
                <a:buFont typeface="Arial"/>
                <a:buNone/>
              </a:pPr>
              <a:r>
                <a:t/>
              </a:r>
              <a:endParaRPr b="0" i="0" sz="1291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82" name="Google Shape;1582;p8"/>
          <p:cNvGrpSpPr/>
          <p:nvPr/>
        </p:nvGrpSpPr>
        <p:grpSpPr>
          <a:xfrm>
            <a:off x="4741142" y="3663295"/>
            <a:ext cx="327474" cy="242891"/>
            <a:chOff x="3975474" y="3261145"/>
            <a:chExt cx="376840" cy="376867"/>
          </a:xfrm>
        </p:grpSpPr>
        <p:sp>
          <p:nvSpPr>
            <p:cNvPr id="1583" name="Google Shape;1583;p8"/>
            <p:cNvSpPr/>
            <p:nvPr/>
          </p:nvSpPr>
          <p:spPr>
            <a:xfrm>
              <a:off x="3975474" y="3261145"/>
              <a:ext cx="376840" cy="376867"/>
            </a:xfrm>
            <a:custGeom>
              <a:rect b="b" l="l" r="r" t="t"/>
              <a:pathLst>
                <a:path extrusionOk="0" h="13743" w="13742">
                  <a:moveTo>
                    <a:pt x="12936" y="806"/>
                  </a:moveTo>
                  <a:lnTo>
                    <a:pt x="12936" y="8079"/>
                  </a:lnTo>
                  <a:lnTo>
                    <a:pt x="805" y="8079"/>
                  </a:lnTo>
                  <a:lnTo>
                    <a:pt x="805" y="806"/>
                  </a:lnTo>
                  <a:close/>
                  <a:moveTo>
                    <a:pt x="12936" y="8885"/>
                  </a:moveTo>
                  <a:lnTo>
                    <a:pt x="12936" y="9689"/>
                  </a:lnTo>
                  <a:lnTo>
                    <a:pt x="805" y="9689"/>
                  </a:lnTo>
                  <a:lnTo>
                    <a:pt x="805" y="8885"/>
                  </a:lnTo>
                  <a:close/>
                  <a:moveTo>
                    <a:pt x="8079" y="10494"/>
                  </a:moveTo>
                  <a:lnTo>
                    <a:pt x="8079" y="11730"/>
                  </a:lnTo>
                  <a:cubicBezTo>
                    <a:pt x="8079" y="12182"/>
                    <a:pt x="8229" y="12600"/>
                    <a:pt x="8482" y="12937"/>
                  </a:cubicBezTo>
                  <a:lnTo>
                    <a:pt x="5259" y="12937"/>
                  </a:lnTo>
                  <a:cubicBezTo>
                    <a:pt x="5514" y="12600"/>
                    <a:pt x="5664" y="12182"/>
                    <a:pt x="5664" y="11730"/>
                  </a:cubicBezTo>
                  <a:lnTo>
                    <a:pt x="5664" y="10494"/>
                  </a:lnTo>
                  <a:close/>
                  <a:moveTo>
                    <a:pt x="1" y="0"/>
                  </a:moveTo>
                  <a:lnTo>
                    <a:pt x="1" y="10494"/>
                  </a:lnTo>
                  <a:lnTo>
                    <a:pt x="4859" y="10494"/>
                  </a:lnTo>
                  <a:lnTo>
                    <a:pt x="4859" y="11730"/>
                  </a:lnTo>
                  <a:cubicBezTo>
                    <a:pt x="4859" y="12395"/>
                    <a:pt x="4316" y="12937"/>
                    <a:pt x="3651" y="12937"/>
                  </a:cubicBezTo>
                  <a:lnTo>
                    <a:pt x="3651" y="13743"/>
                  </a:lnTo>
                  <a:lnTo>
                    <a:pt x="10092" y="13743"/>
                  </a:lnTo>
                  <a:lnTo>
                    <a:pt x="10092" y="12937"/>
                  </a:lnTo>
                  <a:cubicBezTo>
                    <a:pt x="9427" y="12937"/>
                    <a:pt x="8884" y="12395"/>
                    <a:pt x="8884" y="11730"/>
                  </a:cubicBezTo>
                  <a:lnTo>
                    <a:pt x="8884" y="10494"/>
                  </a:lnTo>
                  <a:lnTo>
                    <a:pt x="13742" y="10494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8"/>
            <p:cNvSpPr/>
            <p:nvPr/>
          </p:nvSpPr>
          <p:spPr>
            <a:xfrm>
              <a:off x="4086617" y="3306036"/>
              <a:ext cx="154581" cy="154608"/>
            </a:xfrm>
            <a:custGeom>
              <a:rect b="b" l="l" r="r" t="t"/>
              <a:pathLst>
                <a:path extrusionOk="0" h="5638" w="5637">
                  <a:moveTo>
                    <a:pt x="2818" y="2417"/>
                  </a:moveTo>
                  <a:cubicBezTo>
                    <a:pt x="3040" y="2417"/>
                    <a:pt x="3220" y="2597"/>
                    <a:pt x="3220" y="2819"/>
                  </a:cubicBezTo>
                  <a:cubicBezTo>
                    <a:pt x="3220" y="3041"/>
                    <a:pt x="3040" y="3221"/>
                    <a:pt x="2818" y="3221"/>
                  </a:cubicBezTo>
                  <a:cubicBezTo>
                    <a:pt x="2596" y="3221"/>
                    <a:pt x="2416" y="3041"/>
                    <a:pt x="2416" y="2819"/>
                  </a:cubicBezTo>
                  <a:cubicBezTo>
                    <a:pt x="2416" y="2597"/>
                    <a:pt x="2596" y="2417"/>
                    <a:pt x="2818" y="2417"/>
                  </a:cubicBezTo>
                  <a:close/>
                  <a:moveTo>
                    <a:pt x="2818" y="1"/>
                  </a:moveTo>
                  <a:cubicBezTo>
                    <a:pt x="1265" y="1"/>
                    <a:pt x="0" y="1266"/>
                    <a:pt x="0" y="2819"/>
                  </a:cubicBezTo>
                  <a:cubicBezTo>
                    <a:pt x="0" y="4372"/>
                    <a:pt x="1264" y="5637"/>
                    <a:pt x="2818" y="5637"/>
                  </a:cubicBezTo>
                  <a:cubicBezTo>
                    <a:pt x="3337" y="5637"/>
                    <a:pt x="3844" y="5494"/>
                    <a:pt x="4286" y="5224"/>
                  </a:cubicBezTo>
                  <a:lnTo>
                    <a:pt x="3866" y="4538"/>
                  </a:lnTo>
                  <a:cubicBezTo>
                    <a:pt x="3551" y="4731"/>
                    <a:pt x="3188" y="4832"/>
                    <a:pt x="2818" y="4832"/>
                  </a:cubicBezTo>
                  <a:cubicBezTo>
                    <a:pt x="1708" y="4832"/>
                    <a:pt x="806" y="3929"/>
                    <a:pt x="806" y="2819"/>
                  </a:cubicBezTo>
                  <a:cubicBezTo>
                    <a:pt x="806" y="1709"/>
                    <a:pt x="1708" y="806"/>
                    <a:pt x="2818" y="806"/>
                  </a:cubicBezTo>
                  <a:cubicBezTo>
                    <a:pt x="3929" y="806"/>
                    <a:pt x="4831" y="1709"/>
                    <a:pt x="4831" y="2819"/>
                  </a:cubicBezTo>
                  <a:cubicBezTo>
                    <a:pt x="4831" y="3041"/>
                    <a:pt x="4651" y="3221"/>
                    <a:pt x="4429" y="3221"/>
                  </a:cubicBezTo>
                  <a:cubicBezTo>
                    <a:pt x="4207" y="3221"/>
                    <a:pt x="4026" y="3041"/>
                    <a:pt x="4026" y="2819"/>
                  </a:cubicBezTo>
                  <a:cubicBezTo>
                    <a:pt x="4026" y="2153"/>
                    <a:pt x="3485" y="1612"/>
                    <a:pt x="2818" y="1612"/>
                  </a:cubicBezTo>
                  <a:cubicBezTo>
                    <a:pt x="2152" y="1612"/>
                    <a:pt x="1611" y="2153"/>
                    <a:pt x="1611" y="2819"/>
                  </a:cubicBezTo>
                  <a:cubicBezTo>
                    <a:pt x="1611" y="3485"/>
                    <a:pt x="2152" y="4026"/>
                    <a:pt x="2818" y="4026"/>
                  </a:cubicBezTo>
                  <a:cubicBezTo>
                    <a:pt x="3128" y="4026"/>
                    <a:pt x="3410" y="3910"/>
                    <a:pt x="3624" y="3718"/>
                  </a:cubicBezTo>
                  <a:cubicBezTo>
                    <a:pt x="3837" y="3910"/>
                    <a:pt x="4120" y="4026"/>
                    <a:pt x="4429" y="4026"/>
                  </a:cubicBezTo>
                  <a:cubicBezTo>
                    <a:pt x="5095" y="4026"/>
                    <a:pt x="5637" y="3485"/>
                    <a:pt x="5637" y="2819"/>
                  </a:cubicBezTo>
                  <a:cubicBezTo>
                    <a:pt x="5637" y="1266"/>
                    <a:pt x="4373" y="1"/>
                    <a:pt x="2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5" name="Google Shape;1585;p8"/>
          <p:cNvGrpSpPr/>
          <p:nvPr/>
        </p:nvGrpSpPr>
        <p:grpSpPr>
          <a:xfrm>
            <a:off x="4673079" y="4424782"/>
            <a:ext cx="327474" cy="242873"/>
            <a:chOff x="3975474" y="3868279"/>
            <a:chExt cx="376840" cy="376840"/>
          </a:xfrm>
        </p:grpSpPr>
        <p:sp>
          <p:nvSpPr>
            <p:cNvPr id="1586" name="Google Shape;1586;p8"/>
            <p:cNvSpPr/>
            <p:nvPr/>
          </p:nvSpPr>
          <p:spPr>
            <a:xfrm>
              <a:off x="3975474" y="3868279"/>
              <a:ext cx="376840" cy="376840"/>
            </a:xfrm>
            <a:custGeom>
              <a:rect b="b" l="l" r="r" t="t"/>
              <a:pathLst>
                <a:path extrusionOk="0" h="13742" w="13742">
                  <a:moveTo>
                    <a:pt x="12936" y="805"/>
                  </a:moveTo>
                  <a:lnTo>
                    <a:pt x="12936" y="8079"/>
                  </a:lnTo>
                  <a:lnTo>
                    <a:pt x="805" y="8079"/>
                  </a:lnTo>
                  <a:lnTo>
                    <a:pt x="805" y="805"/>
                  </a:lnTo>
                  <a:close/>
                  <a:moveTo>
                    <a:pt x="12936" y="8884"/>
                  </a:moveTo>
                  <a:lnTo>
                    <a:pt x="12936" y="9690"/>
                  </a:lnTo>
                  <a:lnTo>
                    <a:pt x="805" y="9690"/>
                  </a:lnTo>
                  <a:lnTo>
                    <a:pt x="805" y="8884"/>
                  </a:lnTo>
                  <a:close/>
                  <a:moveTo>
                    <a:pt x="8079" y="10495"/>
                  </a:moveTo>
                  <a:lnTo>
                    <a:pt x="8079" y="11729"/>
                  </a:lnTo>
                  <a:cubicBezTo>
                    <a:pt x="8079" y="12182"/>
                    <a:pt x="8229" y="12601"/>
                    <a:pt x="8482" y="12936"/>
                  </a:cubicBezTo>
                  <a:lnTo>
                    <a:pt x="5259" y="12936"/>
                  </a:lnTo>
                  <a:cubicBezTo>
                    <a:pt x="5514" y="12601"/>
                    <a:pt x="5664" y="12182"/>
                    <a:pt x="5664" y="11729"/>
                  </a:cubicBezTo>
                  <a:lnTo>
                    <a:pt x="5664" y="10495"/>
                  </a:lnTo>
                  <a:close/>
                  <a:moveTo>
                    <a:pt x="1" y="1"/>
                  </a:moveTo>
                  <a:lnTo>
                    <a:pt x="1" y="10495"/>
                  </a:lnTo>
                  <a:lnTo>
                    <a:pt x="4859" y="10495"/>
                  </a:lnTo>
                  <a:lnTo>
                    <a:pt x="4859" y="11729"/>
                  </a:lnTo>
                  <a:cubicBezTo>
                    <a:pt x="4859" y="12395"/>
                    <a:pt x="4316" y="12936"/>
                    <a:pt x="3651" y="12936"/>
                  </a:cubicBezTo>
                  <a:lnTo>
                    <a:pt x="3651" y="13742"/>
                  </a:lnTo>
                  <a:lnTo>
                    <a:pt x="10092" y="13742"/>
                  </a:lnTo>
                  <a:lnTo>
                    <a:pt x="10092" y="12936"/>
                  </a:lnTo>
                  <a:cubicBezTo>
                    <a:pt x="9427" y="12936"/>
                    <a:pt x="8884" y="12395"/>
                    <a:pt x="8884" y="11729"/>
                  </a:cubicBezTo>
                  <a:lnTo>
                    <a:pt x="8884" y="10495"/>
                  </a:lnTo>
                  <a:lnTo>
                    <a:pt x="13742" y="10495"/>
                  </a:lnTo>
                  <a:lnTo>
                    <a:pt x="137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8"/>
            <p:cNvSpPr/>
            <p:nvPr/>
          </p:nvSpPr>
          <p:spPr>
            <a:xfrm>
              <a:off x="4020392" y="3913170"/>
              <a:ext cx="287031" cy="154581"/>
            </a:xfrm>
            <a:custGeom>
              <a:rect b="b" l="l" r="r" t="t"/>
              <a:pathLst>
                <a:path extrusionOk="0" h="5637" w="10467">
                  <a:moveTo>
                    <a:pt x="2817" y="1611"/>
                  </a:moveTo>
                  <a:cubicBezTo>
                    <a:pt x="3483" y="1611"/>
                    <a:pt x="4026" y="2152"/>
                    <a:pt x="4026" y="2818"/>
                  </a:cubicBezTo>
                  <a:cubicBezTo>
                    <a:pt x="4026" y="3484"/>
                    <a:pt x="3483" y="4026"/>
                    <a:pt x="2817" y="4026"/>
                  </a:cubicBezTo>
                  <a:cubicBezTo>
                    <a:pt x="2152" y="4026"/>
                    <a:pt x="1610" y="3484"/>
                    <a:pt x="1610" y="2818"/>
                  </a:cubicBezTo>
                  <a:cubicBezTo>
                    <a:pt x="1610" y="2152"/>
                    <a:pt x="2152" y="1611"/>
                    <a:pt x="2817" y="1611"/>
                  </a:cubicBezTo>
                  <a:close/>
                  <a:moveTo>
                    <a:pt x="7650" y="1611"/>
                  </a:moveTo>
                  <a:cubicBezTo>
                    <a:pt x="8314" y="1611"/>
                    <a:pt x="8857" y="2152"/>
                    <a:pt x="8857" y="2818"/>
                  </a:cubicBezTo>
                  <a:cubicBezTo>
                    <a:pt x="8857" y="3484"/>
                    <a:pt x="8314" y="4026"/>
                    <a:pt x="7650" y="4026"/>
                  </a:cubicBezTo>
                  <a:cubicBezTo>
                    <a:pt x="6983" y="4026"/>
                    <a:pt x="6441" y="3484"/>
                    <a:pt x="6441" y="2818"/>
                  </a:cubicBezTo>
                  <a:cubicBezTo>
                    <a:pt x="6441" y="2152"/>
                    <a:pt x="6983" y="1611"/>
                    <a:pt x="7650" y="1611"/>
                  </a:cubicBezTo>
                  <a:close/>
                  <a:moveTo>
                    <a:pt x="2415" y="0"/>
                  </a:moveTo>
                  <a:lnTo>
                    <a:pt x="2415" y="846"/>
                  </a:lnTo>
                  <a:cubicBezTo>
                    <a:pt x="2158" y="898"/>
                    <a:pt x="1920" y="999"/>
                    <a:pt x="1708" y="1140"/>
                  </a:cubicBezTo>
                  <a:lnTo>
                    <a:pt x="1109" y="541"/>
                  </a:lnTo>
                  <a:lnTo>
                    <a:pt x="540" y="1110"/>
                  </a:lnTo>
                  <a:lnTo>
                    <a:pt x="1139" y="1709"/>
                  </a:lnTo>
                  <a:cubicBezTo>
                    <a:pt x="1000" y="1920"/>
                    <a:pt x="897" y="2159"/>
                    <a:pt x="845" y="2416"/>
                  </a:cubicBezTo>
                  <a:lnTo>
                    <a:pt x="0" y="2416"/>
                  </a:lnTo>
                  <a:lnTo>
                    <a:pt x="0" y="3222"/>
                  </a:lnTo>
                  <a:lnTo>
                    <a:pt x="845" y="3222"/>
                  </a:lnTo>
                  <a:cubicBezTo>
                    <a:pt x="897" y="3477"/>
                    <a:pt x="1000" y="3716"/>
                    <a:pt x="1139" y="3927"/>
                  </a:cubicBezTo>
                  <a:lnTo>
                    <a:pt x="540" y="4526"/>
                  </a:lnTo>
                  <a:lnTo>
                    <a:pt x="1109" y="5095"/>
                  </a:lnTo>
                  <a:lnTo>
                    <a:pt x="1708" y="4496"/>
                  </a:lnTo>
                  <a:cubicBezTo>
                    <a:pt x="1919" y="4637"/>
                    <a:pt x="2158" y="4738"/>
                    <a:pt x="2415" y="4790"/>
                  </a:cubicBezTo>
                  <a:lnTo>
                    <a:pt x="2415" y="5636"/>
                  </a:lnTo>
                  <a:lnTo>
                    <a:pt x="3221" y="5636"/>
                  </a:lnTo>
                  <a:lnTo>
                    <a:pt x="3221" y="4790"/>
                  </a:lnTo>
                  <a:cubicBezTo>
                    <a:pt x="3476" y="4738"/>
                    <a:pt x="3715" y="4637"/>
                    <a:pt x="3928" y="4496"/>
                  </a:cubicBezTo>
                  <a:lnTo>
                    <a:pt x="4526" y="5095"/>
                  </a:lnTo>
                  <a:lnTo>
                    <a:pt x="5096" y="4526"/>
                  </a:lnTo>
                  <a:lnTo>
                    <a:pt x="4497" y="3927"/>
                  </a:lnTo>
                  <a:cubicBezTo>
                    <a:pt x="4636" y="3716"/>
                    <a:pt x="4739" y="3477"/>
                    <a:pt x="4791" y="3222"/>
                  </a:cubicBezTo>
                  <a:lnTo>
                    <a:pt x="5676" y="3222"/>
                  </a:lnTo>
                  <a:cubicBezTo>
                    <a:pt x="5728" y="3477"/>
                    <a:pt x="5831" y="3716"/>
                    <a:pt x="5970" y="3927"/>
                  </a:cubicBezTo>
                  <a:lnTo>
                    <a:pt x="5371" y="4526"/>
                  </a:lnTo>
                  <a:lnTo>
                    <a:pt x="5940" y="5095"/>
                  </a:lnTo>
                  <a:lnTo>
                    <a:pt x="6539" y="4496"/>
                  </a:lnTo>
                  <a:cubicBezTo>
                    <a:pt x="6751" y="4637"/>
                    <a:pt x="6990" y="4738"/>
                    <a:pt x="7246" y="4790"/>
                  </a:cubicBezTo>
                  <a:lnTo>
                    <a:pt x="7246" y="5636"/>
                  </a:lnTo>
                  <a:lnTo>
                    <a:pt x="8052" y="5636"/>
                  </a:lnTo>
                  <a:lnTo>
                    <a:pt x="8052" y="4790"/>
                  </a:lnTo>
                  <a:cubicBezTo>
                    <a:pt x="8309" y="4738"/>
                    <a:pt x="8546" y="4637"/>
                    <a:pt x="8759" y="4496"/>
                  </a:cubicBezTo>
                  <a:lnTo>
                    <a:pt x="9357" y="5095"/>
                  </a:lnTo>
                  <a:lnTo>
                    <a:pt x="9927" y="4526"/>
                  </a:lnTo>
                  <a:lnTo>
                    <a:pt x="9328" y="3927"/>
                  </a:lnTo>
                  <a:cubicBezTo>
                    <a:pt x="9467" y="3716"/>
                    <a:pt x="9570" y="3477"/>
                    <a:pt x="9622" y="3222"/>
                  </a:cubicBezTo>
                  <a:lnTo>
                    <a:pt x="10466" y="3222"/>
                  </a:lnTo>
                  <a:lnTo>
                    <a:pt x="10466" y="2416"/>
                  </a:lnTo>
                  <a:lnTo>
                    <a:pt x="9622" y="2416"/>
                  </a:lnTo>
                  <a:cubicBezTo>
                    <a:pt x="9568" y="2159"/>
                    <a:pt x="9467" y="1920"/>
                    <a:pt x="9328" y="1709"/>
                  </a:cubicBezTo>
                  <a:lnTo>
                    <a:pt x="9927" y="1110"/>
                  </a:lnTo>
                  <a:lnTo>
                    <a:pt x="9357" y="541"/>
                  </a:lnTo>
                  <a:lnTo>
                    <a:pt x="8759" y="1140"/>
                  </a:lnTo>
                  <a:cubicBezTo>
                    <a:pt x="8546" y="999"/>
                    <a:pt x="8309" y="898"/>
                    <a:pt x="8052" y="846"/>
                  </a:cubicBezTo>
                  <a:lnTo>
                    <a:pt x="8052" y="0"/>
                  </a:lnTo>
                  <a:lnTo>
                    <a:pt x="7246" y="0"/>
                  </a:lnTo>
                  <a:lnTo>
                    <a:pt x="7246" y="846"/>
                  </a:lnTo>
                  <a:cubicBezTo>
                    <a:pt x="6989" y="898"/>
                    <a:pt x="6751" y="999"/>
                    <a:pt x="6539" y="1140"/>
                  </a:cubicBezTo>
                  <a:lnTo>
                    <a:pt x="5940" y="541"/>
                  </a:lnTo>
                  <a:lnTo>
                    <a:pt x="5371" y="1110"/>
                  </a:lnTo>
                  <a:lnTo>
                    <a:pt x="5970" y="1709"/>
                  </a:lnTo>
                  <a:cubicBezTo>
                    <a:pt x="5831" y="1920"/>
                    <a:pt x="5728" y="2159"/>
                    <a:pt x="5676" y="2416"/>
                  </a:cubicBezTo>
                  <a:lnTo>
                    <a:pt x="4791" y="2416"/>
                  </a:lnTo>
                  <a:cubicBezTo>
                    <a:pt x="4737" y="2159"/>
                    <a:pt x="4636" y="1920"/>
                    <a:pt x="4497" y="1709"/>
                  </a:cubicBezTo>
                  <a:lnTo>
                    <a:pt x="5096" y="1110"/>
                  </a:lnTo>
                  <a:lnTo>
                    <a:pt x="4526" y="541"/>
                  </a:lnTo>
                  <a:lnTo>
                    <a:pt x="3928" y="1140"/>
                  </a:lnTo>
                  <a:cubicBezTo>
                    <a:pt x="3715" y="999"/>
                    <a:pt x="3476" y="898"/>
                    <a:pt x="3221" y="846"/>
                  </a:cubicBezTo>
                  <a:lnTo>
                    <a:pt x="32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8"/>
            <p:cNvSpPr/>
            <p:nvPr/>
          </p:nvSpPr>
          <p:spPr>
            <a:xfrm>
              <a:off x="4086617" y="3979422"/>
              <a:ext cx="22103" cy="22103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8"/>
            <p:cNvSpPr/>
            <p:nvPr/>
          </p:nvSpPr>
          <p:spPr>
            <a:xfrm>
              <a:off x="4219096" y="3979422"/>
              <a:ext cx="22103" cy="22103"/>
            </a:xfrm>
            <a:custGeom>
              <a:rect b="b" l="l" r="r" t="t"/>
              <a:pathLst>
                <a:path extrusionOk="0" h="806" w="806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0" name="Google Shape;1590;p8"/>
          <p:cNvGrpSpPr/>
          <p:nvPr/>
        </p:nvGrpSpPr>
        <p:grpSpPr>
          <a:xfrm>
            <a:off x="768103" y="3569050"/>
            <a:ext cx="3549600" cy="430890"/>
            <a:chOff x="1026710" y="3179069"/>
            <a:chExt cx="3262500" cy="534006"/>
          </a:xfrm>
        </p:grpSpPr>
        <p:sp>
          <p:nvSpPr>
            <p:cNvPr id="1591" name="Google Shape;1591;p8"/>
            <p:cNvSpPr txBox="1"/>
            <p:nvPr/>
          </p:nvSpPr>
          <p:spPr>
            <a:xfrm flipH="1">
              <a:off x="1026710" y="3179069"/>
              <a:ext cx="32625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1"/>
                <a:buFont typeface="Arial"/>
                <a:buNone/>
              </a:pPr>
              <a:r>
                <a:rPr b="0" i="0" lang="en" sz="1291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Εκπαίδευση μοντέλων</a:t>
              </a:r>
              <a:endParaRPr b="0" i="0" sz="1291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1"/>
                <a:buFont typeface="Arial"/>
                <a:buNone/>
              </a:pPr>
              <a:r>
                <a:rPr b="0" i="0" lang="en" sz="1291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   Linear Regression &amp; Random Forest</a:t>
              </a:r>
              <a:endParaRPr b="0" i="0" sz="1291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92" name="Google Shape;1592;p8"/>
            <p:cNvSpPr txBox="1"/>
            <p:nvPr/>
          </p:nvSpPr>
          <p:spPr>
            <a:xfrm flipH="1">
              <a:off x="3322600" y="3179075"/>
              <a:ext cx="9141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6"/>
                <a:buFont typeface="Arial"/>
                <a:buNone/>
              </a:pPr>
              <a:r>
                <a:t/>
              </a:r>
              <a:endParaRPr b="0" i="0" sz="1936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9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Παλινδρόμηση- Αποτελέσματα</a:t>
            </a:r>
            <a:endParaRPr/>
          </a:p>
        </p:txBody>
      </p:sp>
      <p:pic>
        <p:nvPicPr>
          <p:cNvPr id="1598" name="Google Shape;15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663" y="1242375"/>
            <a:ext cx="8448675" cy="32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10"/>
          <p:cNvSpPr txBox="1"/>
          <p:nvPr/>
        </p:nvSpPr>
        <p:spPr>
          <a:xfrm flipH="1">
            <a:off x="2998375" y="809650"/>
            <a:ext cx="3280200" cy="639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rPr>
              <a:t>Ομαδοποίηση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grpSp>
        <p:nvGrpSpPr>
          <p:cNvPr id="1604" name="Google Shape;1604;p10"/>
          <p:cNvGrpSpPr/>
          <p:nvPr/>
        </p:nvGrpSpPr>
        <p:grpSpPr>
          <a:xfrm flipH="1" rot="-5400000">
            <a:off x="4305005" y="2024844"/>
            <a:ext cx="534036" cy="477615"/>
            <a:chOff x="3354270" y="1731871"/>
            <a:chExt cx="980782" cy="877163"/>
          </a:xfrm>
        </p:grpSpPr>
        <p:sp>
          <p:nvSpPr>
            <p:cNvPr id="1605" name="Google Shape;1605;p10"/>
            <p:cNvSpPr/>
            <p:nvPr/>
          </p:nvSpPr>
          <p:spPr>
            <a:xfrm>
              <a:off x="3442605" y="2520571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10"/>
            <p:cNvSpPr/>
            <p:nvPr/>
          </p:nvSpPr>
          <p:spPr>
            <a:xfrm>
              <a:off x="3442605" y="1841470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10"/>
            <p:cNvSpPr/>
            <p:nvPr/>
          </p:nvSpPr>
          <p:spPr>
            <a:xfrm>
              <a:off x="3442605" y="1820085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10"/>
            <p:cNvSpPr/>
            <p:nvPr/>
          </p:nvSpPr>
          <p:spPr>
            <a:xfrm>
              <a:off x="3488170" y="1820085"/>
              <a:ext cx="633662" cy="122"/>
            </a:xfrm>
            <a:custGeom>
              <a:rect b="b" l="l" r="r" t="t"/>
              <a:pathLst>
                <a:path extrusionOk="0" fill="none" h="1" w="5215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10"/>
            <p:cNvSpPr/>
            <p:nvPr/>
          </p:nvSpPr>
          <p:spPr>
            <a:xfrm>
              <a:off x="4142970" y="1820085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10"/>
            <p:cNvSpPr/>
            <p:nvPr/>
          </p:nvSpPr>
          <p:spPr>
            <a:xfrm>
              <a:off x="4142970" y="1862734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10"/>
            <p:cNvSpPr/>
            <p:nvPr/>
          </p:nvSpPr>
          <p:spPr>
            <a:xfrm>
              <a:off x="4142970" y="2520571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10"/>
            <p:cNvSpPr/>
            <p:nvPr/>
          </p:nvSpPr>
          <p:spPr>
            <a:xfrm>
              <a:off x="3466906" y="2520571"/>
              <a:ext cx="633540" cy="122"/>
            </a:xfrm>
            <a:custGeom>
              <a:rect b="b" l="l" r="r" t="t"/>
              <a:pathLst>
                <a:path extrusionOk="0" fill="none" h="1" w="5214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10"/>
            <p:cNvSpPr/>
            <p:nvPr/>
          </p:nvSpPr>
          <p:spPr>
            <a:xfrm>
              <a:off x="3354270" y="1731871"/>
              <a:ext cx="880200" cy="877163"/>
            </a:xfrm>
            <a:custGeom>
              <a:rect b="b" l="l" r="r" t="t"/>
              <a:pathLst>
                <a:path extrusionOk="0" fill="none" h="7219" w="7244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10"/>
            <p:cNvSpPr/>
            <p:nvPr/>
          </p:nvSpPr>
          <p:spPr>
            <a:xfrm>
              <a:off x="4237469" y="2283025"/>
              <a:ext cx="64156" cy="122"/>
            </a:xfrm>
            <a:custGeom>
              <a:rect b="b" l="l" r="r" t="t"/>
              <a:pathLst>
                <a:path extrusionOk="0" fill="none" h="1" w="528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10"/>
            <p:cNvSpPr/>
            <p:nvPr/>
          </p:nvSpPr>
          <p:spPr>
            <a:xfrm>
              <a:off x="4234444" y="2392624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10"/>
            <p:cNvSpPr/>
            <p:nvPr/>
          </p:nvSpPr>
          <p:spPr>
            <a:xfrm>
              <a:off x="4234331" y="1951069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10"/>
            <p:cNvSpPr/>
            <p:nvPr/>
          </p:nvSpPr>
          <p:spPr>
            <a:xfrm>
              <a:off x="4234344" y="2042442"/>
              <a:ext cx="76307" cy="122"/>
            </a:xfrm>
            <a:custGeom>
              <a:rect b="b" l="l" r="r" t="t"/>
              <a:pathLst>
                <a:path extrusionOk="0" fill="none" h="1" w="628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8" name="Google Shape;1618;p10"/>
          <p:cNvGrpSpPr/>
          <p:nvPr/>
        </p:nvGrpSpPr>
        <p:grpSpPr>
          <a:xfrm flipH="1" rot="-5400000">
            <a:off x="4304984" y="2957099"/>
            <a:ext cx="534036" cy="477615"/>
            <a:chOff x="3354270" y="1731871"/>
            <a:chExt cx="980782" cy="877163"/>
          </a:xfrm>
        </p:grpSpPr>
        <p:sp>
          <p:nvSpPr>
            <p:cNvPr id="1619" name="Google Shape;1619;p10"/>
            <p:cNvSpPr/>
            <p:nvPr/>
          </p:nvSpPr>
          <p:spPr>
            <a:xfrm>
              <a:off x="3442605" y="2520571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10"/>
            <p:cNvSpPr/>
            <p:nvPr/>
          </p:nvSpPr>
          <p:spPr>
            <a:xfrm>
              <a:off x="3442605" y="1841470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10"/>
            <p:cNvSpPr/>
            <p:nvPr/>
          </p:nvSpPr>
          <p:spPr>
            <a:xfrm>
              <a:off x="3442605" y="1820085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10"/>
            <p:cNvSpPr/>
            <p:nvPr/>
          </p:nvSpPr>
          <p:spPr>
            <a:xfrm>
              <a:off x="3488170" y="1820085"/>
              <a:ext cx="633662" cy="122"/>
            </a:xfrm>
            <a:custGeom>
              <a:rect b="b" l="l" r="r" t="t"/>
              <a:pathLst>
                <a:path extrusionOk="0" fill="none" h="1" w="5215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10"/>
            <p:cNvSpPr/>
            <p:nvPr/>
          </p:nvSpPr>
          <p:spPr>
            <a:xfrm>
              <a:off x="4142970" y="1820085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10"/>
            <p:cNvSpPr/>
            <p:nvPr/>
          </p:nvSpPr>
          <p:spPr>
            <a:xfrm>
              <a:off x="4142970" y="1862734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10"/>
            <p:cNvSpPr/>
            <p:nvPr/>
          </p:nvSpPr>
          <p:spPr>
            <a:xfrm>
              <a:off x="4142970" y="2520571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10"/>
            <p:cNvSpPr/>
            <p:nvPr/>
          </p:nvSpPr>
          <p:spPr>
            <a:xfrm>
              <a:off x="3466906" y="2520571"/>
              <a:ext cx="633540" cy="122"/>
            </a:xfrm>
            <a:custGeom>
              <a:rect b="b" l="l" r="r" t="t"/>
              <a:pathLst>
                <a:path extrusionOk="0" fill="none" h="1" w="5214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10"/>
            <p:cNvSpPr/>
            <p:nvPr/>
          </p:nvSpPr>
          <p:spPr>
            <a:xfrm>
              <a:off x="3354270" y="1731871"/>
              <a:ext cx="880200" cy="877163"/>
            </a:xfrm>
            <a:custGeom>
              <a:rect b="b" l="l" r="r" t="t"/>
              <a:pathLst>
                <a:path extrusionOk="0" fill="none" h="7219" w="7244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10"/>
            <p:cNvSpPr/>
            <p:nvPr/>
          </p:nvSpPr>
          <p:spPr>
            <a:xfrm>
              <a:off x="4237469" y="2283025"/>
              <a:ext cx="64156" cy="122"/>
            </a:xfrm>
            <a:custGeom>
              <a:rect b="b" l="l" r="r" t="t"/>
              <a:pathLst>
                <a:path extrusionOk="0" fill="none" h="1" w="528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10"/>
            <p:cNvSpPr/>
            <p:nvPr/>
          </p:nvSpPr>
          <p:spPr>
            <a:xfrm>
              <a:off x="4234444" y="2392624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10"/>
            <p:cNvSpPr/>
            <p:nvPr/>
          </p:nvSpPr>
          <p:spPr>
            <a:xfrm>
              <a:off x="4234331" y="1951069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10"/>
            <p:cNvSpPr/>
            <p:nvPr/>
          </p:nvSpPr>
          <p:spPr>
            <a:xfrm>
              <a:off x="4234344" y="2042442"/>
              <a:ext cx="76307" cy="122"/>
            </a:xfrm>
            <a:custGeom>
              <a:rect b="b" l="l" r="r" t="t"/>
              <a:pathLst>
                <a:path extrusionOk="0" fill="none" h="1" w="628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2" name="Google Shape;1632;p10"/>
          <p:cNvGrpSpPr/>
          <p:nvPr/>
        </p:nvGrpSpPr>
        <p:grpSpPr>
          <a:xfrm flipH="1" rot="-5400000">
            <a:off x="4305008" y="3889344"/>
            <a:ext cx="534036" cy="477615"/>
            <a:chOff x="3354270" y="1731871"/>
            <a:chExt cx="980782" cy="877163"/>
          </a:xfrm>
        </p:grpSpPr>
        <p:sp>
          <p:nvSpPr>
            <p:cNvPr id="1633" name="Google Shape;1633;p10"/>
            <p:cNvSpPr/>
            <p:nvPr/>
          </p:nvSpPr>
          <p:spPr>
            <a:xfrm>
              <a:off x="3442605" y="2520571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10"/>
            <p:cNvSpPr/>
            <p:nvPr/>
          </p:nvSpPr>
          <p:spPr>
            <a:xfrm>
              <a:off x="3442605" y="1841470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10"/>
            <p:cNvSpPr/>
            <p:nvPr/>
          </p:nvSpPr>
          <p:spPr>
            <a:xfrm>
              <a:off x="3442605" y="1820085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10"/>
            <p:cNvSpPr/>
            <p:nvPr/>
          </p:nvSpPr>
          <p:spPr>
            <a:xfrm>
              <a:off x="3488170" y="1820085"/>
              <a:ext cx="633662" cy="122"/>
            </a:xfrm>
            <a:custGeom>
              <a:rect b="b" l="l" r="r" t="t"/>
              <a:pathLst>
                <a:path extrusionOk="0" fill="none" h="1" w="5215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10"/>
            <p:cNvSpPr/>
            <p:nvPr/>
          </p:nvSpPr>
          <p:spPr>
            <a:xfrm>
              <a:off x="4142970" y="1820085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10"/>
            <p:cNvSpPr/>
            <p:nvPr/>
          </p:nvSpPr>
          <p:spPr>
            <a:xfrm>
              <a:off x="4142970" y="1862734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10"/>
            <p:cNvSpPr/>
            <p:nvPr/>
          </p:nvSpPr>
          <p:spPr>
            <a:xfrm>
              <a:off x="4142970" y="2520571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10"/>
            <p:cNvSpPr/>
            <p:nvPr/>
          </p:nvSpPr>
          <p:spPr>
            <a:xfrm>
              <a:off x="3466906" y="2520571"/>
              <a:ext cx="633540" cy="122"/>
            </a:xfrm>
            <a:custGeom>
              <a:rect b="b" l="l" r="r" t="t"/>
              <a:pathLst>
                <a:path extrusionOk="0" fill="none" h="1" w="5214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10"/>
            <p:cNvSpPr/>
            <p:nvPr/>
          </p:nvSpPr>
          <p:spPr>
            <a:xfrm>
              <a:off x="3354270" y="1731871"/>
              <a:ext cx="880200" cy="877163"/>
            </a:xfrm>
            <a:custGeom>
              <a:rect b="b" l="l" r="r" t="t"/>
              <a:pathLst>
                <a:path extrusionOk="0" fill="none" h="7219" w="7244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10"/>
            <p:cNvSpPr/>
            <p:nvPr/>
          </p:nvSpPr>
          <p:spPr>
            <a:xfrm>
              <a:off x="4237469" y="2283025"/>
              <a:ext cx="64156" cy="122"/>
            </a:xfrm>
            <a:custGeom>
              <a:rect b="b" l="l" r="r" t="t"/>
              <a:pathLst>
                <a:path extrusionOk="0" fill="none" h="1" w="528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10"/>
            <p:cNvSpPr/>
            <p:nvPr/>
          </p:nvSpPr>
          <p:spPr>
            <a:xfrm>
              <a:off x="4234444" y="2392624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10"/>
            <p:cNvSpPr/>
            <p:nvPr/>
          </p:nvSpPr>
          <p:spPr>
            <a:xfrm>
              <a:off x="4234331" y="1951069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10"/>
            <p:cNvSpPr/>
            <p:nvPr/>
          </p:nvSpPr>
          <p:spPr>
            <a:xfrm>
              <a:off x="4234344" y="2042442"/>
              <a:ext cx="76307" cy="122"/>
            </a:xfrm>
            <a:custGeom>
              <a:rect b="b" l="l" r="r" t="t"/>
              <a:pathLst>
                <a:path extrusionOk="0" fill="none" h="1" w="628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6" name="Google Shape;1646;p10"/>
          <p:cNvSpPr txBox="1"/>
          <p:nvPr/>
        </p:nvSpPr>
        <p:spPr>
          <a:xfrm flipH="1">
            <a:off x="4333225" y="1984750"/>
            <a:ext cx="4776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647" name="Google Shape;1647;p10"/>
          <p:cNvSpPr txBox="1"/>
          <p:nvPr/>
        </p:nvSpPr>
        <p:spPr>
          <a:xfrm flipH="1">
            <a:off x="4333225" y="2892299"/>
            <a:ext cx="4776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648" name="Google Shape;1648;p10"/>
          <p:cNvSpPr txBox="1"/>
          <p:nvPr/>
        </p:nvSpPr>
        <p:spPr>
          <a:xfrm flipH="1">
            <a:off x="4333229" y="3861137"/>
            <a:ext cx="477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grpSp>
        <p:nvGrpSpPr>
          <p:cNvPr id="1649" name="Google Shape;1649;p10"/>
          <p:cNvGrpSpPr/>
          <p:nvPr/>
        </p:nvGrpSpPr>
        <p:grpSpPr>
          <a:xfrm flipH="1" rot="-5400000">
            <a:off x="689050" y="2024909"/>
            <a:ext cx="534036" cy="477615"/>
            <a:chOff x="3354270" y="1731871"/>
            <a:chExt cx="980782" cy="877163"/>
          </a:xfrm>
        </p:grpSpPr>
        <p:sp>
          <p:nvSpPr>
            <p:cNvPr id="1650" name="Google Shape;1650;p10"/>
            <p:cNvSpPr/>
            <p:nvPr/>
          </p:nvSpPr>
          <p:spPr>
            <a:xfrm>
              <a:off x="3442605" y="2520571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10"/>
            <p:cNvSpPr/>
            <p:nvPr/>
          </p:nvSpPr>
          <p:spPr>
            <a:xfrm>
              <a:off x="3442605" y="1841470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10"/>
            <p:cNvSpPr/>
            <p:nvPr/>
          </p:nvSpPr>
          <p:spPr>
            <a:xfrm>
              <a:off x="3442605" y="1820085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10"/>
            <p:cNvSpPr/>
            <p:nvPr/>
          </p:nvSpPr>
          <p:spPr>
            <a:xfrm>
              <a:off x="3488170" y="1820085"/>
              <a:ext cx="633662" cy="122"/>
            </a:xfrm>
            <a:custGeom>
              <a:rect b="b" l="l" r="r" t="t"/>
              <a:pathLst>
                <a:path extrusionOk="0" fill="none" h="1" w="5215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10"/>
            <p:cNvSpPr/>
            <p:nvPr/>
          </p:nvSpPr>
          <p:spPr>
            <a:xfrm>
              <a:off x="4142970" y="1820085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10"/>
            <p:cNvSpPr/>
            <p:nvPr/>
          </p:nvSpPr>
          <p:spPr>
            <a:xfrm>
              <a:off x="4142970" y="1862734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10"/>
            <p:cNvSpPr/>
            <p:nvPr/>
          </p:nvSpPr>
          <p:spPr>
            <a:xfrm>
              <a:off x="4142970" y="2520571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10"/>
            <p:cNvSpPr/>
            <p:nvPr/>
          </p:nvSpPr>
          <p:spPr>
            <a:xfrm>
              <a:off x="3466906" y="2520571"/>
              <a:ext cx="633540" cy="122"/>
            </a:xfrm>
            <a:custGeom>
              <a:rect b="b" l="l" r="r" t="t"/>
              <a:pathLst>
                <a:path extrusionOk="0" fill="none" h="1" w="5214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10"/>
            <p:cNvSpPr/>
            <p:nvPr/>
          </p:nvSpPr>
          <p:spPr>
            <a:xfrm>
              <a:off x="3354270" y="1731871"/>
              <a:ext cx="880200" cy="877163"/>
            </a:xfrm>
            <a:custGeom>
              <a:rect b="b" l="l" r="r" t="t"/>
              <a:pathLst>
                <a:path extrusionOk="0" fill="none" h="7219" w="7244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10"/>
            <p:cNvSpPr/>
            <p:nvPr/>
          </p:nvSpPr>
          <p:spPr>
            <a:xfrm>
              <a:off x="4237469" y="2283025"/>
              <a:ext cx="64156" cy="122"/>
            </a:xfrm>
            <a:custGeom>
              <a:rect b="b" l="l" r="r" t="t"/>
              <a:pathLst>
                <a:path extrusionOk="0" fill="none" h="1" w="528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10"/>
            <p:cNvSpPr/>
            <p:nvPr/>
          </p:nvSpPr>
          <p:spPr>
            <a:xfrm>
              <a:off x="4234444" y="2392624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10"/>
            <p:cNvSpPr/>
            <p:nvPr/>
          </p:nvSpPr>
          <p:spPr>
            <a:xfrm>
              <a:off x="4234331" y="1951069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10"/>
            <p:cNvSpPr/>
            <p:nvPr/>
          </p:nvSpPr>
          <p:spPr>
            <a:xfrm>
              <a:off x="4234344" y="2042442"/>
              <a:ext cx="76307" cy="122"/>
            </a:xfrm>
            <a:custGeom>
              <a:rect b="b" l="l" r="r" t="t"/>
              <a:pathLst>
                <a:path extrusionOk="0" fill="none" h="1" w="628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3" name="Google Shape;1663;p10"/>
          <p:cNvGrpSpPr/>
          <p:nvPr/>
        </p:nvGrpSpPr>
        <p:grpSpPr>
          <a:xfrm flipH="1" rot="-5400000">
            <a:off x="721692" y="2924501"/>
            <a:ext cx="475483" cy="484632"/>
            <a:chOff x="3354270" y="1731871"/>
            <a:chExt cx="980782" cy="877163"/>
          </a:xfrm>
        </p:grpSpPr>
        <p:sp>
          <p:nvSpPr>
            <p:cNvPr id="1664" name="Google Shape;1664;p10"/>
            <p:cNvSpPr/>
            <p:nvPr/>
          </p:nvSpPr>
          <p:spPr>
            <a:xfrm>
              <a:off x="3442605" y="2520571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10"/>
            <p:cNvSpPr/>
            <p:nvPr/>
          </p:nvSpPr>
          <p:spPr>
            <a:xfrm>
              <a:off x="3442605" y="1841470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10"/>
            <p:cNvSpPr/>
            <p:nvPr/>
          </p:nvSpPr>
          <p:spPr>
            <a:xfrm>
              <a:off x="3442605" y="1820085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10"/>
            <p:cNvSpPr/>
            <p:nvPr/>
          </p:nvSpPr>
          <p:spPr>
            <a:xfrm>
              <a:off x="3488170" y="1820085"/>
              <a:ext cx="633662" cy="122"/>
            </a:xfrm>
            <a:custGeom>
              <a:rect b="b" l="l" r="r" t="t"/>
              <a:pathLst>
                <a:path extrusionOk="0" fill="none" h="1" w="5215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10"/>
            <p:cNvSpPr/>
            <p:nvPr/>
          </p:nvSpPr>
          <p:spPr>
            <a:xfrm>
              <a:off x="4142970" y="1820085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10"/>
            <p:cNvSpPr/>
            <p:nvPr/>
          </p:nvSpPr>
          <p:spPr>
            <a:xfrm>
              <a:off x="4142970" y="1862734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10"/>
            <p:cNvSpPr/>
            <p:nvPr/>
          </p:nvSpPr>
          <p:spPr>
            <a:xfrm>
              <a:off x="4142970" y="2520571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10"/>
            <p:cNvSpPr/>
            <p:nvPr/>
          </p:nvSpPr>
          <p:spPr>
            <a:xfrm>
              <a:off x="3466906" y="2520571"/>
              <a:ext cx="633540" cy="122"/>
            </a:xfrm>
            <a:custGeom>
              <a:rect b="b" l="l" r="r" t="t"/>
              <a:pathLst>
                <a:path extrusionOk="0" fill="none" h="1" w="5214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10"/>
            <p:cNvSpPr/>
            <p:nvPr/>
          </p:nvSpPr>
          <p:spPr>
            <a:xfrm>
              <a:off x="3354270" y="1731871"/>
              <a:ext cx="880200" cy="877163"/>
            </a:xfrm>
            <a:custGeom>
              <a:rect b="b" l="l" r="r" t="t"/>
              <a:pathLst>
                <a:path extrusionOk="0" fill="none" h="7219" w="7244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10"/>
            <p:cNvSpPr/>
            <p:nvPr/>
          </p:nvSpPr>
          <p:spPr>
            <a:xfrm>
              <a:off x="4237469" y="2283025"/>
              <a:ext cx="64156" cy="122"/>
            </a:xfrm>
            <a:custGeom>
              <a:rect b="b" l="l" r="r" t="t"/>
              <a:pathLst>
                <a:path extrusionOk="0" fill="none" h="1" w="528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10"/>
            <p:cNvSpPr/>
            <p:nvPr/>
          </p:nvSpPr>
          <p:spPr>
            <a:xfrm>
              <a:off x="4234444" y="2392624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10"/>
            <p:cNvSpPr/>
            <p:nvPr/>
          </p:nvSpPr>
          <p:spPr>
            <a:xfrm>
              <a:off x="4234331" y="1951069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10"/>
            <p:cNvSpPr/>
            <p:nvPr/>
          </p:nvSpPr>
          <p:spPr>
            <a:xfrm>
              <a:off x="4234344" y="2042442"/>
              <a:ext cx="76307" cy="122"/>
            </a:xfrm>
            <a:custGeom>
              <a:rect b="b" l="l" r="r" t="t"/>
              <a:pathLst>
                <a:path extrusionOk="0" fill="none" h="1" w="628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7" name="Google Shape;1677;p10"/>
          <p:cNvGrpSpPr/>
          <p:nvPr/>
        </p:nvGrpSpPr>
        <p:grpSpPr>
          <a:xfrm flipH="1" rot="-5400000">
            <a:off x="688984" y="3889446"/>
            <a:ext cx="534036" cy="477615"/>
            <a:chOff x="3354270" y="1731871"/>
            <a:chExt cx="980782" cy="877163"/>
          </a:xfrm>
        </p:grpSpPr>
        <p:sp>
          <p:nvSpPr>
            <p:cNvPr id="1678" name="Google Shape;1678;p10"/>
            <p:cNvSpPr/>
            <p:nvPr/>
          </p:nvSpPr>
          <p:spPr>
            <a:xfrm>
              <a:off x="3442605" y="2520571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10"/>
            <p:cNvSpPr/>
            <p:nvPr/>
          </p:nvSpPr>
          <p:spPr>
            <a:xfrm>
              <a:off x="3442605" y="1841470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10"/>
            <p:cNvSpPr/>
            <p:nvPr/>
          </p:nvSpPr>
          <p:spPr>
            <a:xfrm>
              <a:off x="3442605" y="1820085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10"/>
            <p:cNvSpPr/>
            <p:nvPr/>
          </p:nvSpPr>
          <p:spPr>
            <a:xfrm>
              <a:off x="3488170" y="1820085"/>
              <a:ext cx="633662" cy="122"/>
            </a:xfrm>
            <a:custGeom>
              <a:rect b="b" l="l" r="r" t="t"/>
              <a:pathLst>
                <a:path extrusionOk="0" fill="none" h="1" w="5215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10"/>
            <p:cNvSpPr/>
            <p:nvPr/>
          </p:nvSpPr>
          <p:spPr>
            <a:xfrm>
              <a:off x="4142970" y="1820085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10"/>
            <p:cNvSpPr/>
            <p:nvPr/>
          </p:nvSpPr>
          <p:spPr>
            <a:xfrm>
              <a:off x="4142970" y="1862734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10"/>
            <p:cNvSpPr/>
            <p:nvPr/>
          </p:nvSpPr>
          <p:spPr>
            <a:xfrm>
              <a:off x="4142970" y="2520571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10"/>
            <p:cNvSpPr/>
            <p:nvPr/>
          </p:nvSpPr>
          <p:spPr>
            <a:xfrm>
              <a:off x="3466906" y="2520571"/>
              <a:ext cx="633540" cy="122"/>
            </a:xfrm>
            <a:custGeom>
              <a:rect b="b" l="l" r="r" t="t"/>
              <a:pathLst>
                <a:path extrusionOk="0" fill="none" h="1" w="5214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10"/>
            <p:cNvSpPr/>
            <p:nvPr/>
          </p:nvSpPr>
          <p:spPr>
            <a:xfrm>
              <a:off x="3354270" y="1731871"/>
              <a:ext cx="880200" cy="877163"/>
            </a:xfrm>
            <a:custGeom>
              <a:rect b="b" l="l" r="r" t="t"/>
              <a:pathLst>
                <a:path extrusionOk="0" fill="none" h="7219" w="7244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10"/>
            <p:cNvSpPr/>
            <p:nvPr/>
          </p:nvSpPr>
          <p:spPr>
            <a:xfrm>
              <a:off x="4237469" y="2283025"/>
              <a:ext cx="64156" cy="122"/>
            </a:xfrm>
            <a:custGeom>
              <a:rect b="b" l="l" r="r" t="t"/>
              <a:pathLst>
                <a:path extrusionOk="0" fill="none" h="1" w="528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10"/>
            <p:cNvSpPr/>
            <p:nvPr/>
          </p:nvSpPr>
          <p:spPr>
            <a:xfrm>
              <a:off x="4234444" y="2392624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10"/>
            <p:cNvSpPr/>
            <p:nvPr/>
          </p:nvSpPr>
          <p:spPr>
            <a:xfrm>
              <a:off x="4234331" y="1951069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10"/>
            <p:cNvSpPr/>
            <p:nvPr/>
          </p:nvSpPr>
          <p:spPr>
            <a:xfrm>
              <a:off x="4234344" y="2042442"/>
              <a:ext cx="76307" cy="122"/>
            </a:xfrm>
            <a:custGeom>
              <a:rect b="b" l="l" r="r" t="t"/>
              <a:pathLst>
                <a:path extrusionOk="0" fill="none" h="1" w="628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1" name="Google Shape;1691;p10"/>
          <p:cNvGrpSpPr/>
          <p:nvPr/>
        </p:nvGrpSpPr>
        <p:grpSpPr>
          <a:xfrm flipH="1" rot="-5400000">
            <a:off x="7921076" y="2024899"/>
            <a:ext cx="534036" cy="477615"/>
            <a:chOff x="3354270" y="1731871"/>
            <a:chExt cx="980782" cy="877163"/>
          </a:xfrm>
        </p:grpSpPr>
        <p:sp>
          <p:nvSpPr>
            <p:cNvPr id="1692" name="Google Shape;1692;p10"/>
            <p:cNvSpPr/>
            <p:nvPr/>
          </p:nvSpPr>
          <p:spPr>
            <a:xfrm>
              <a:off x="3442605" y="2520571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10"/>
            <p:cNvSpPr/>
            <p:nvPr/>
          </p:nvSpPr>
          <p:spPr>
            <a:xfrm>
              <a:off x="3442605" y="1841470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10"/>
            <p:cNvSpPr/>
            <p:nvPr/>
          </p:nvSpPr>
          <p:spPr>
            <a:xfrm>
              <a:off x="3442605" y="1820085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10"/>
            <p:cNvSpPr/>
            <p:nvPr/>
          </p:nvSpPr>
          <p:spPr>
            <a:xfrm>
              <a:off x="3488170" y="1820085"/>
              <a:ext cx="633662" cy="122"/>
            </a:xfrm>
            <a:custGeom>
              <a:rect b="b" l="l" r="r" t="t"/>
              <a:pathLst>
                <a:path extrusionOk="0" fill="none" h="1" w="5215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10"/>
            <p:cNvSpPr/>
            <p:nvPr/>
          </p:nvSpPr>
          <p:spPr>
            <a:xfrm>
              <a:off x="4142970" y="1820085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10"/>
            <p:cNvSpPr/>
            <p:nvPr/>
          </p:nvSpPr>
          <p:spPr>
            <a:xfrm>
              <a:off x="4142970" y="1862734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10"/>
            <p:cNvSpPr/>
            <p:nvPr/>
          </p:nvSpPr>
          <p:spPr>
            <a:xfrm>
              <a:off x="4142970" y="2520571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10"/>
            <p:cNvSpPr/>
            <p:nvPr/>
          </p:nvSpPr>
          <p:spPr>
            <a:xfrm>
              <a:off x="3466906" y="2520571"/>
              <a:ext cx="633540" cy="122"/>
            </a:xfrm>
            <a:custGeom>
              <a:rect b="b" l="l" r="r" t="t"/>
              <a:pathLst>
                <a:path extrusionOk="0" fill="none" h="1" w="5214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10"/>
            <p:cNvSpPr/>
            <p:nvPr/>
          </p:nvSpPr>
          <p:spPr>
            <a:xfrm>
              <a:off x="3354270" y="1731871"/>
              <a:ext cx="880200" cy="877163"/>
            </a:xfrm>
            <a:custGeom>
              <a:rect b="b" l="l" r="r" t="t"/>
              <a:pathLst>
                <a:path extrusionOk="0" fill="none" h="7219" w="7244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10"/>
            <p:cNvSpPr/>
            <p:nvPr/>
          </p:nvSpPr>
          <p:spPr>
            <a:xfrm>
              <a:off x="4237469" y="2283025"/>
              <a:ext cx="64156" cy="122"/>
            </a:xfrm>
            <a:custGeom>
              <a:rect b="b" l="l" r="r" t="t"/>
              <a:pathLst>
                <a:path extrusionOk="0" fill="none" h="1" w="528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10"/>
            <p:cNvSpPr/>
            <p:nvPr/>
          </p:nvSpPr>
          <p:spPr>
            <a:xfrm>
              <a:off x="4234444" y="2392624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10"/>
            <p:cNvSpPr/>
            <p:nvPr/>
          </p:nvSpPr>
          <p:spPr>
            <a:xfrm>
              <a:off x="4234331" y="1951069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10"/>
            <p:cNvSpPr/>
            <p:nvPr/>
          </p:nvSpPr>
          <p:spPr>
            <a:xfrm>
              <a:off x="4234344" y="2042442"/>
              <a:ext cx="76307" cy="122"/>
            </a:xfrm>
            <a:custGeom>
              <a:rect b="b" l="l" r="r" t="t"/>
              <a:pathLst>
                <a:path extrusionOk="0" fill="none" h="1" w="628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5" name="Google Shape;1705;p10"/>
          <p:cNvGrpSpPr/>
          <p:nvPr/>
        </p:nvGrpSpPr>
        <p:grpSpPr>
          <a:xfrm flipH="1" rot="-5400000">
            <a:off x="7921195" y="2957121"/>
            <a:ext cx="534036" cy="477615"/>
            <a:chOff x="3354270" y="1731871"/>
            <a:chExt cx="980782" cy="877163"/>
          </a:xfrm>
        </p:grpSpPr>
        <p:sp>
          <p:nvSpPr>
            <p:cNvPr id="1706" name="Google Shape;1706;p10"/>
            <p:cNvSpPr/>
            <p:nvPr/>
          </p:nvSpPr>
          <p:spPr>
            <a:xfrm>
              <a:off x="3442605" y="2520571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10"/>
            <p:cNvSpPr/>
            <p:nvPr/>
          </p:nvSpPr>
          <p:spPr>
            <a:xfrm>
              <a:off x="3442605" y="1841470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10"/>
            <p:cNvSpPr/>
            <p:nvPr/>
          </p:nvSpPr>
          <p:spPr>
            <a:xfrm>
              <a:off x="3442605" y="1820085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10"/>
            <p:cNvSpPr/>
            <p:nvPr/>
          </p:nvSpPr>
          <p:spPr>
            <a:xfrm>
              <a:off x="3488170" y="1820085"/>
              <a:ext cx="633662" cy="122"/>
            </a:xfrm>
            <a:custGeom>
              <a:rect b="b" l="l" r="r" t="t"/>
              <a:pathLst>
                <a:path extrusionOk="0" fill="none" h="1" w="5215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10"/>
            <p:cNvSpPr/>
            <p:nvPr/>
          </p:nvSpPr>
          <p:spPr>
            <a:xfrm>
              <a:off x="4142970" y="1820085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10"/>
            <p:cNvSpPr/>
            <p:nvPr/>
          </p:nvSpPr>
          <p:spPr>
            <a:xfrm>
              <a:off x="4142970" y="1862734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10"/>
            <p:cNvSpPr/>
            <p:nvPr/>
          </p:nvSpPr>
          <p:spPr>
            <a:xfrm>
              <a:off x="4142970" y="2520571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10"/>
            <p:cNvSpPr/>
            <p:nvPr/>
          </p:nvSpPr>
          <p:spPr>
            <a:xfrm>
              <a:off x="3466906" y="2520571"/>
              <a:ext cx="633540" cy="122"/>
            </a:xfrm>
            <a:custGeom>
              <a:rect b="b" l="l" r="r" t="t"/>
              <a:pathLst>
                <a:path extrusionOk="0" fill="none" h="1" w="5214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10"/>
            <p:cNvSpPr/>
            <p:nvPr/>
          </p:nvSpPr>
          <p:spPr>
            <a:xfrm>
              <a:off x="3354270" y="1731871"/>
              <a:ext cx="880200" cy="877163"/>
            </a:xfrm>
            <a:custGeom>
              <a:rect b="b" l="l" r="r" t="t"/>
              <a:pathLst>
                <a:path extrusionOk="0" fill="none" h="7219" w="7244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10"/>
            <p:cNvSpPr/>
            <p:nvPr/>
          </p:nvSpPr>
          <p:spPr>
            <a:xfrm>
              <a:off x="4237469" y="2283025"/>
              <a:ext cx="64156" cy="122"/>
            </a:xfrm>
            <a:custGeom>
              <a:rect b="b" l="l" r="r" t="t"/>
              <a:pathLst>
                <a:path extrusionOk="0" fill="none" h="1" w="528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10"/>
            <p:cNvSpPr/>
            <p:nvPr/>
          </p:nvSpPr>
          <p:spPr>
            <a:xfrm>
              <a:off x="4234444" y="2392624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10"/>
            <p:cNvSpPr/>
            <p:nvPr/>
          </p:nvSpPr>
          <p:spPr>
            <a:xfrm>
              <a:off x="4234331" y="1951069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10"/>
            <p:cNvSpPr/>
            <p:nvPr/>
          </p:nvSpPr>
          <p:spPr>
            <a:xfrm>
              <a:off x="4234344" y="2042442"/>
              <a:ext cx="76307" cy="122"/>
            </a:xfrm>
            <a:custGeom>
              <a:rect b="b" l="l" r="r" t="t"/>
              <a:pathLst>
                <a:path extrusionOk="0" fill="none" h="1" w="628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9" name="Google Shape;1719;p10"/>
          <p:cNvGrpSpPr/>
          <p:nvPr/>
        </p:nvGrpSpPr>
        <p:grpSpPr>
          <a:xfrm flipH="1" rot="-5400000">
            <a:off x="7921088" y="3889344"/>
            <a:ext cx="534036" cy="477615"/>
            <a:chOff x="3354270" y="1731871"/>
            <a:chExt cx="980782" cy="877163"/>
          </a:xfrm>
        </p:grpSpPr>
        <p:sp>
          <p:nvSpPr>
            <p:cNvPr id="1720" name="Google Shape;1720;p10"/>
            <p:cNvSpPr/>
            <p:nvPr/>
          </p:nvSpPr>
          <p:spPr>
            <a:xfrm>
              <a:off x="3442605" y="2520571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10"/>
            <p:cNvSpPr/>
            <p:nvPr/>
          </p:nvSpPr>
          <p:spPr>
            <a:xfrm>
              <a:off x="3442605" y="1841470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10"/>
            <p:cNvSpPr/>
            <p:nvPr/>
          </p:nvSpPr>
          <p:spPr>
            <a:xfrm>
              <a:off x="3442605" y="1820085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10"/>
            <p:cNvSpPr/>
            <p:nvPr/>
          </p:nvSpPr>
          <p:spPr>
            <a:xfrm>
              <a:off x="3488170" y="1820085"/>
              <a:ext cx="633662" cy="122"/>
            </a:xfrm>
            <a:custGeom>
              <a:rect b="b" l="l" r="r" t="t"/>
              <a:pathLst>
                <a:path extrusionOk="0" fill="none" h="1" w="5215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10"/>
            <p:cNvSpPr/>
            <p:nvPr/>
          </p:nvSpPr>
          <p:spPr>
            <a:xfrm>
              <a:off x="4142970" y="1820085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10"/>
            <p:cNvSpPr/>
            <p:nvPr/>
          </p:nvSpPr>
          <p:spPr>
            <a:xfrm>
              <a:off x="4142970" y="1862734"/>
              <a:ext cx="122" cy="633540"/>
            </a:xfrm>
            <a:custGeom>
              <a:rect b="b" l="l" r="r" t="t"/>
              <a:pathLst>
                <a:path extrusionOk="0" fill="none" h="5214" w="1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10"/>
            <p:cNvSpPr/>
            <p:nvPr/>
          </p:nvSpPr>
          <p:spPr>
            <a:xfrm>
              <a:off x="4142970" y="2520571"/>
              <a:ext cx="122" cy="122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10"/>
            <p:cNvSpPr/>
            <p:nvPr/>
          </p:nvSpPr>
          <p:spPr>
            <a:xfrm>
              <a:off x="3466906" y="2520571"/>
              <a:ext cx="633540" cy="122"/>
            </a:xfrm>
            <a:custGeom>
              <a:rect b="b" l="l" r="r" t="t"/>
              <a:pathLst>
                <a:path extrusionOk="0" fill="none" h="1" w="5214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10"/>
            <p:cNvSpPr/>
            <p:nvPr/>
          </p:nvSpPr>
          <p:spPr>
            <a:xfrm>
              <a:off x="3354270" y="1731871"/>
              <a:ext cx="880200" cy="877163"/>
            </a:xfrm>
            <a:custGeom>
              <a:rect b="b" l="l" r="r" t="t"/>
              <a:pathLst>
                <a:path extrusionOk="0" fill="none" h="7219" w="7244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10"/>
            <p:cNvSpPr/>
            <p:nvPr/>
          </p:nvSpPr>
          <p:spPr>
            <a:xfrm>
              <a:off x="4237469" y="2283025"/>
              <a:ext cx="64156" cy="122"/>
            </a:xfrm>
            <a:custGeom>
              <a:rect b="b" l="l" r="r" t="t"/>
              <a:pathLst>
                <a:path extrusionOk="0" fill="none" h="1" w="528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10"/>
            <p:cNvSpPr/>
            <p:nvPr/>
          </p:nvSpPr>
          <p:spPr>
            <a:xfrm>
              <a:off x="4234444" y="2392624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10"/>
            <p:cNvSpPr/>
            <p:nvPr/>
          </p:nvSpPr>
          <p:spPr>
            <a:xfrm>
              <a:off x="4234331" y="1951069"/>
              <a:ext cx="100608" cy="122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10"/>
            <p:cNvSpPr/>
            <p:nvPr/>
          </p:nvSpPr>
          <p:spPr>
            <a:xfrm>
              <a:off x="4234344" y="2042442"/>
              <a:ext cx="76307" cy="122"/>
            </a:xfrm>
            <a:custGeom>
              <a:rect b="b" l="l" r="r" t="t"/>
              <a:pathLst>
                <a:path extrusionOk="0" fill="none" h="1" w="628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cap="rnd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3" name="Google Shape;1733;p10"/>
          <p:cNvSpPr txBox="1"/>
          <p:nvPr/>
        </p:nvSpPr>
        <p:spPr>
          <a:xfrm flipH="1">
            <a:off x="719276" y="1984750"/>
            <a:ext cx="4755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01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34" name="Google Shape;1734;p10"/>
          <p:cNvSpPr txBox="1"/>
          <p:nvPr/>
        </p:nvSpPr>
        <p:spPr>
          <a:xfrm flipH="1">
            <a:off x="719101" y="2892299"/>
            <a:ext cx="4755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02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35" name="Google Shape;1735;p10"/>
          <p:cNvSpPr txBox="1"/>
          <p:nvPr/>
        </p:nvSpPr>
        <p:spPr>
          <a:xfrm flipH="1">
            <a:off x="719250" y="3861137"/>
            <a:ext cx="4755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03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36" name="Google Shape;1736;p10"/>
          <p:cNvSpPr txBox="1"/>
          <p:nvPr/>
        </p:nvSpPr>
        <p:spPr>
          <a:xfrm flipH="1">
            <a:off x="7949413" y="1984750"/>
            <a:ext cx="4776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04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37" name="Google Shape;1737;p10"/>
          <p:cNvSpPr txBox="1"/>
          <p:nvPr/>
        </p:nvSpPr>
        <p:spPr>
          <a:xfrm flipH="1">
            <a:off x="7949413" y="2892299"/>
            <a:ext cx="477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05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38" name="Google Shape;1738;p10"/>
          <p:cNvSpPr txBox="1"/>
          <p:nvPr/>
        </p:nvSpPr>
        <p:spPr>
          <a:xfrm flipH="1">
            <a:off x="7949413" y="3861137"/>
            <a:ext cx="477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rPr>
              <a:t>06</a:t>
            </a:r>
            <a:endParaRPr b="0" i="0" sz="2400" u="none" cap="none" strike="noStrike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39" name="Google Shape;1739;p10"/>
          <p:cNvSpPr txBox="1"/>
          <p:nvPr/>
        </p:nvSpPr>
        <p:spPr>
          <a:xfrm>
            <a:off x="5010250" y="3031200"/>
            <a:ext cx="28557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‘Ελεγχος σταθεροτητας cluster</a:t>
            </a:r>
            <a:endParaRPr b="0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0" name="Google Shape;1740;p10"/>
          <p:cNvSpPr txBox="1"/>
          <p:nvPr/>
        </p:nvSpPr>
        <p:spPr>
          <a:xfrm>
            <a:off x="5010050" y="4007450"/>
            <a:ext cx="28557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Υπολογισμός Μετρικών Αξιολόγησης &amp; μέσων όρων ανά συστάδα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10"/>
          <p:cNvSpPr txBox="1"/>
          <p:nvPr/>
        </p:nvSpPr>
        <p:spPr>
          <a:xfrm>
            <a:off x="5010025" y="2106850"/>
            <a:ext cx="28557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Επιλογή k: Silhouette, Davies‑Bouldin, Elbow - Βέλτιστο k: Trade‑off Silhouette &amp; DBI</a:t>
            </a:r>
            <a:endParaRPr b="0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2" name="Google Shape;1742;p10"/>
          <p:cNvSpPr txBox="1"/>
          <p:nvPr/>
        </p:nvSpPr>
        <p:spPr>
          <a:xfrm>
            <a:off x="1278300" y="3906875"/>
            <a:ext cx="28557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Αλγόριθμος: K‑Means</a:t>
            </a:r>
            <a:endParaRPr b="0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3" name="Google Shape;1743;p10"/>
          <p:cNvSpPr txBox="1"/>
          <p:nvPr/>
        </p:nvSpPr>
        <p:spPr>
          <a:xfrm>
            <a:off x="1325450" y="3031200"/>
            <a:ext cx="28083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Imputation + Scaling</a:t>
            </a:r>
            <a:endParaRPr b="0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44" name="Google Shape;1744;p10"/>
          <p:cNvGrpSpPr/>
          <p:nvPr/>
        </p:nvGrpSpPr>
        <p:grpSpPr>
          <a:xfrm>
            <a:off x="1325036" y="1958886"/>
            <a:ext cx="2762231" cy="562380"/>
            <a:chOff x="1184473" y="1958933"/>
            <a:chExt cx="3148200" cy="562380"/>
          </a:xfrm>
        </p:grpSpPr>
        <p:sp>
          <p:nvSpPr>
            <p:cNvPr id="1745" name="Google Shape;1745;p10"/>
            <p:cNvSpPr txBox="1"/>
            <p:nvPr/>
          </p:nvSpPr>
          <p:spPr>
            <a:xfrm>
              <a:off x="1184473" y="2032913"/>
              <a:ext cx="31482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Επιλογή features</a:t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Total kWh, Night kWh, Peak pow</a:t>
              </a:r>
              <a:r>
                <a:rPr b="0" i="0" lang="en" sz="1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er</a:t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46" name="Google Shape;1746;p10"/>
            <p:cNvSpPr txBox="1"/>
            <p:nvPr/>
          </p:nvSpPr>
          <p:spPr>
            <a:xfrm>
              <a:off x="1249604" y="1958933"/>
              <a:ext cx="9588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cxnSp>
        <p:nvCxnSpPr>
          <p:cNvPr id="1747" name="Google Shape;1747;p10"/>
          <p:cNvCxnSpPr>
            <a:stCxn id="1647" idx="0"/>
            <a:endCxn id="1646" idx="2"/>
          </p:cNvCxnSpPr>
          <p:nvPr/>
        </p:nvCxnSpPr>
        <p:spPr>
          <a:xfrm rot="-5400000">
            <a:off x="4362775" y="2682449"/>
            <a:ext cx="419100" cy="6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8" name="Google Shape;1748;p10"/>
          <p:cNvCxnSpPr>
            <a:stCxn id="1648" idx="0"/>
            <a:endCxn id="1647" idx="2"/>
          </p:cNvCxnSpPr>
          <p:nvPr/>
        </p:nvCxnSpPr>
        <p:spPr>
          <a:xfrm rot="-5400000">
            <a:off x="4332179" y="3620687"/>
            <a:ext cx="480300" cy="600"/>
          </a:xfrm>
          <a:prstGeom prst="bentConnector3">
            <a:avLst>
              <a:gd fmla="val 5001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9" name="Google Shape;1749;p10"/>
          <p:cNvCxnSpPr>
            <a:stCxn id="1733" idx="2"/>
            <a:endCxn id="1646" idx="3"/>
          </p:cNvCxnSpPr>
          <p:nvPr/>
        </p:nvCxnSpPr>
        <p:spPr>
          <a:xfrm rot="-5400000">
            <a:off x="2526026" y="659950"/>
            <a:ext cx="238200" cy="3376200"/>
          </a:xfrm>
          <a:prstGeom prst="bentConnector4">
            <a:avLst>
              <a:gd fmla="val -99969" name="adj1"/>
              <a:gd fmla="val 9654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0" name="Google Shape;1750;p10"/>
          <p:cNvCxnSpPr>
            <a:stCxn id="1646" idx="1"/>
            <a:endCxn id="1736" idx="2"/>
          </p:cNvCxnSpPr>
          <p:nvPr/>
        </p:nvCxnSpPr>
        <p:spPr>
          <a:xfrm>
            <a:off x="4810825" y="2228950"/>
            <a:ext cx="3377400" cy="238200"/>
          </a:xfrm>
          <a:prstGeom prst="bentConnector4">
            <a:avLst>
              <a:gd fmla="val 3458" name="adj1"/>
              <a:gd fmla="val 199969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1" name="Google Shape;1751;p10"/>
          <p:cNvCxnSpPr>
            <a:stCxn id="1734" idx="2"/>
            <a:endCxn id="1647" idx="3"/>
          </p:cNvCxnSpPr>
          <p:nvPr/>
        </p:nvCxnSpPr>
        <p:spPr>
          <a:xfrm rot="-5400000">
            <a:off x="2524951" y="1568399"/>
            <a:ext cx="240300" cy="3376500"/>
          </a:xfrm>
          <a:prstGeom prst="bentConnector4">
            <a:avLst>
              <a:gd fmla="val -99095" name="adj1"/>
              <a:gd fmla="val 96912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2" name="Google Shape;1752;p10"/>
          <p:cNvCxnSpPr>
            <a:stCxn id="1735" idx="2"/>
            <a:endCxn id="1648" idx="3"/>
          </p:cNvCxnSpPr>
          <p:nvPr/>
        </p:nvCxnSpPr>
        <p:spPr>
          <a:xfrm rot="-5400000">
            <a:off x="2524050" y="2536487"/>
            <a:ext cx="242100" cy="3376200"/>
          </a:xfrm>
          <a:prstGeom prst="bentConnector4">
            <a:avLst>
              <a:gd fmla="val -98358" name="adj1"/>
              <a:gd fmla="val 9691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3" name="Google Shape;1753;p10"/>
          <p:cNvCxnSpPr>
            <a:stCxn id="1647" idx="1"/>
            <a:endCxn id="1737" idx="2"/>
          </p:cNvCxnSpPr>
          <p:nvPr/>
        </p:nvCxnSpPr>
        <p:spPr>
          <a:xfrm>
            <a:off x="4810825" y="3136499"/>
            <a:ext cx="3377400" cy="240300"/>
          </a:xfrm>
          <a:prstGeom prst="bentConnector4">
            <a:avLst>
              <a:gd fmla="val 3458" name="adj1"/>
              <a:gd fmla="val 19909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4" name="Google Shape;1754;p10"/>
          <p:cNvCxnSpPr>
            <a:stCxn id="1648" idx="1"/>
            <a:endCxn id="1738" idx="2"/>
          </p:cNvCxnSpPr>
          <p:nvPr/>
        </p:nvCxnSpPr>
        <p:spPr>
          <a:xfrm>
            <a:off x="4810829" y="4103387"/>
            <a:ext cx="3377400" cy="242400"/>
          </a:xfrm>
          <a:prstGeom prst="bentConnector4">
            <a:avLst>
              <a:gd fmla="val 3457" name="adj1"/>
              <a:gd fmla="val 19817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p11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Ομαδοποίηση - Αποτελέσματα</a:t>
            </a:r>
            <a:endParaRPr/>
          </a:p>
        </p:txBody>
      </p:sp>
      <p:pic>
        <p:nvPicPr>
          <p:cNvPr id="1760" name="Google Shape;176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425" y="1308100"/>
            <a:ext cx="5289850" cy="338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1" name="Google Shape;176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5525" y="1717675"/>
            <a:ext cx="3196075" cy="78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2" name="Google Shape;176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5625" y="2940050"/>
            <a:ext cx="2238375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p12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Κανόνες Συσχέτισης</a:t>
            </a:r>
            <a:endParaRPr/>
          </a:p>
        </p:txBody>
      </p:sp>
      <p:sp>
        <p:nvSpPr>
          <p:cNvPr id="1768" name="Google Shape;1768;p12"/>
          <p:cNvSpPr/>
          <p:nvPr/>
        </p:nvSpPr>
        <p:spPr>
          <a:xfrm>
            <a:off x="819410" y="2662724"/>
            <a:ext cx="1434000" cy="56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rPr>
              <a:t>Step 01</a:t>
            </a:r>
            <a:endParaRPr b="0" i="0" sz="2400" u="none" cap="none" strike="noStrike">
              <a:solidFill>
                <a:schemeClr val="dk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69" name="Google Shape;1769;p12"/>
          <p:cNvSpPr/>
          <p:nvPr/>
        </p:nvSpPr>
        <p:spPr>
          <a:xfrm>
            <a:off x="2459873" y="2662724"/>
            <a:ext cx="1434000" cy="56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rPr>
              <a:t>Step 02</a:t>
            </a:r>
            <a:endParaRPr b="0" i="0" sz="2400" u="none" cap="none" strike="noStrike">
              <a:solidFill>
                <a:schemeClr val="dk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70" name="Google Shape;1770;p12"/>
          <p:cNvSpPr/>
          <p:nvPr/>
        </p:nvSpPr>
        <p:spPr>
          <a:xfrm>
            <a:off x="4100336" y="2662782"/>
            <a:ext cx="1434000" cy="56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rPr>
              <a:t>Step 03</a:t>
            </a:r>
            <a:endParaRPr b="0" i="0" sz="2400" u="none" cap="none" strike="noStrike">
              <a:solidFill>
                <a:schemeClr val="dk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71" name="Google Shape;1771;p12"/>
          <p:cNvSpPr/>
          <p:nvPr/>
        </p:nvSpPr>
        <p:spPr>
          <a:xfrm>
            <a:off x="5740799" y="2662724"/>
            <a:ext cx="1434000" cy="56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rPr>
              <a:t>Step 04</a:t>
            </a:r>
            <a:endParaRPr b="0" i="0" sz="2400" u="none" cap="none" strike="noStrike">
              <a:solidFill>
                <a:schemeClr val="dk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72" name="Google Shape;1772;p12"/>
          <p:cNvSpPr/>
          <p:nvPr/>
        </p:nvSpPr>
        <p:spPr>
          <a:xfrm>
            <a:off x="7381262" y="2662782"/>
            <a:ext cx="1434000" cy="56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rPr>
              <a:t>Step 05</a:t>
            </a:r>
            <a:endParaRPr b="0" i="0" sz="2400" u="none" cap="none" strike="noStrike">
              <a:solidFill>
                <a:schemeClr val="dk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grpSp>
        <p:nvGrpSpPr>
          <p:cNvPr id="1773" name="Google Shape;1773;p12"/>
          <p:cNvGrpSpPr/>
          <p:nvPr/>
        </p:nvGrpSpPr>
        <p:grpSpPr>
          <a:xfrm>
            <a:off x="1169551" y="3421923"/>
            <a:ext cx="733753" cy="821469"/>
            <a:chOff x="3143340" y="1371133"/>
            <a:chExt cx="942885" cy="940433"/>
          </a:xfrm>
        </p:grpSpPr>
        <p:grpSp>
          <p:nvGrpSpPr>
            <p:cNvPr id="1774" name="Google Shape;1774;p12"/>
            <p:cNvGrpSpPr/>
            <p:nvPr/>
          </p:nvGrpSpPr>
          <p:grpSpPr>
            <a:xfrm>
              <a:off x="3143340" y="1371133"/>
              <a:ext cx="940433" cy="940433"/>
              <a:chOff x="1388550" y="311575"/>
              <a:chExt cx="1099794" cy="1099794"/>
            </a:xfrm>
          </p:grpSpPr>
          <p:sp>
            <p:nvSpPr>
              <p:cNvPr id="1775" name="Google Shape;1775;p12"/>
              <p:cNvSpPr/>
              <p:nvPr/>
            </p:nvSpPr>
            <p:spPr>
              <a:xfrm>
                <a:off x="1388550" y="311575"/>
                <a:ext cx="1099794" cy="1099794"/>
              </a:xfrm>
              <a:custGeom>
                <a:rect b="b" l="l" r="r" t="t"/>
                <a:pathLst>
                  <a:path extrusionOk="0" h="5254" w="5254">
                    <a:moveTo>
                      <a:pt x="4776" y="13"/>
                    </a:moveTo>
                    <a:cubicBezTo>
                      <a:pt x="5032" y="13"/>
                      <a:pt x="5241" y="222"/>
                      <a:pt x="5241" y="478"/>
                    </a:cubicBezTo>
                    <a:lnTo>
                      <a:pt x="5241" y="4776"/>
                    </a:lnTo>
                    <a:cubicBezTo>
                      <a:pt x="5241" y="5033"/>
                      <a:pt x="5032" y="5240"/>
                      <a:pt x="4776" y="5240"/>
                    </a:cubicBezTo>
                    <a:lnTo>
                      <a:pt x="478" y="5240"/>
                    </a:lnTo>
                    <a:cubicBezTo>
                      <a:pt x="221" y="5240"/>
                      <a:pt x="14" y="5033"/>
                      <a:pt x="14" y="4776"/>
                    </a:cubicBezTo>
                    <a:lnTo>
                      <a:pt x="14" y="478"/>
                    </a:lnTo>
                    <a:cubicBezTo>
                      <a:pt x="14" y="222"/>
                      <a:pt x="221" y="13"/>
                      <a:pt x="478" y="13"/>
                    </a:cubicBezTo>
                    <a:close/>
                    <a:moveTo>
                      <a:pt x="478" y="1"/>
                    </a:moveTo>
                    <a:cubicBezTo>
                      <a:pt x="214" y="1"/>
                      <a:pt x="0" y="215"/>
                      <a:pt x="0" y="478"/>
                    </a:cubicBezTo>
                    <a:lnTo>
                      <a:pt x="0" y="4776"/>
                    </a:lnTo>
                    <a:cubicBezTo>
                      <a:pt x="0" y="5040"/>
                      <a:pt x="214" y="5254"/>
                      <a:pt x="478" y="5254"/>
                    </a:cubicBezTo>
                    <a:lnTo>
                      <a:pt x="4776" y="5254"/>
                    </a:lnTo>
                    <a:cubicBezTo>
                      <a:pt x="5039" y="5254"/>
                      <a:pt x="5253" y="5040"/>
                      <a:pt x="5253" y="4776"/>
                    </a:cubicBezTo>
                    <a:lnTo>
                      <a:pt x="5253" y="478"/>
                    </a:lnTo>
                    <a:cubicBezTo>
                      <a:pt x="5253" y="215"/>
                      <a:pt x="5039" y="1"/>
                      <a:pt x="4776" y="1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6" name="Google Shape;1776;p12"/>
              <p:cNvSpPr/>
              <p:nvPr/>
            </p:nvSpPr>
            <p:spPr>
              <a:xfrm>
                <a:off x="1540103" y="463337"/>
                <a:ext cx="796482" cy="796482"/>
              </a:xfrm>
              <a:custGeom>
                <a:rect b="b" l="l" r="r" t="t"/>
                <a:pathLst>
                  <a:path extrusionOk="0" h="3805" w="3805">
                    <a:moveTo>
                      <a:pt x="3458" y="14"/>
                    </a:moveTo>
                    <a:cubicBezTo>
                      <a:pt x="3642" y="14"/>
                      <a:pt x="3791" y="163"/>
                      <a:pt x="3791" y="347"/>
                    </a:cubicBezTo>
                    <a:lnTo>
                      <a:pt x="3791" y="3458"/>
                    </a:lnTo>
                    <a:cubicBezTo>
                      <a:pt x="3791" y="3642"/>
                      <a:pt x="3642" y="3791"/>
                      <a:pt x="3458" y="3791"/>
                    </a:cubicBezTo>
                    <a:lnTo>
                      <a:pt x="347" y="3791"/>
                    </a:lnTo>
                    <a:cubicBezTo>
                      <a:pt x="163" y="3791"/>
                      <a:pt x="14" y="3642"/>
                      <a:pt x="14" y="3458"/>
                    </a:cubicBezTo>
                    <a:lnTo>
                      <a:pt x="14" y="347"/>
                    </a:lnTo>
                    <a:cubicBezTo>
                      <a:pt x="14" y="163"/>
                      <a:pt x="163" y="14"/>
                      <a:pt x="347" y="14"/>
                    </a:cubicBezTo>
                    <a:close/>
                    <a:moveTo>
                      <a:pt x="347" y="0"/>
                    </a:moveTo>
                    <a:cubicBezTo>
                      <a:pt x="156" y="0"/>
                      <a:pt x="1" y="155"/>
                      <a:pt x="1" y="347"/>
                    </a:cubicBezTo>
                    <a:lnTo>
                      <a:pt x="1" y="3458"/>
                    </a:lnTo>
                    <a:cubicBezTo>
                      <a:pt x="1" y="3649"/>
                      <a:pt x="156" y="3804"/>
                      <a:pt x="347" y="3804"/>
                    </a:cubicBezTo>
                    <a:lnTo>
                      <a:pt x="3458" y="3804"/>
                    </a:lnTo>
                    <a:cubicBezTo>
                      <a:pt x="3650" y="3804"/>
                      <a:pt x="3805" y="3649"/>
                      <a:pt x="3805" y="3458"/>
                    </a:cubicBezTo>
                    <a:lnTo>
                      <a:pt x="3805" y="347"/>
                    </a:lnTo>
                    <a:cubicBezTo>
                      <a:pt x="3805" y="155"/>
                      <a:pt x="3650" y="0"/>
                      <a:pt x="3458" y="0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7" name="Google Shape;1777;p12"/>
              <p:cNvSpPr/>
              <p:nvPr/>
            </p:nvSpPr>
            <p:spPr>
              <a:xfrm>
                <a:off x="2026789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8" name="Google Shape;1778;p12"/>
              <p:cNvSpPr/>
              <p:nvPr/>
            </p:nvSpPr>
            <p:spPr>
              <a:xfrm>
                <a:off x="2026789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9" name="Google Shape;1779;p12"/>
              <p:cNvSpPr/>
              <p:nvPr/>
            </p:nvSpPr>
            <p:spPr>
              <a:xfrm>
                <a:off x="1936988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0" name="Google Shape;1780;p12"/>
              <p:cNvSpPr/>
              <p:nvPr/>
            </p:nvSpPr>
            <p:spPr>
              <a:xfrm>
                <a:off x="1936988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1" name="Google Shape;1781;p12"/>
              <p:cNvSpPr/>
              <p:nvPr/>
            </p:nvSpPr>
            <p:spPr>
              <a:xfrm>
                <a:off x="1847186" y="471501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2" name="Google Shape;1782;p12"/>
              <p:cNvSpPr/>
              <p:nvPr/>
            </p:nvSpPr>
            <p:spPr>
              <a:xfrm>
                <a:off x="1847186" y="1166887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3" name="Google Shape;1783;p12"/>
              <p:cNvSpPr/>
              <p:nvPr/>
            </p:nvSpPr>
            <p:spPr>
              <a:xfrm>
                <a:off x="1548476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4" name="Google Shape;1784;p12"/>
              <p:cNvSpPr/>
              <p:nvPr/>
            </p:nvSpPr>
            <p:spPr>
              <a:xfrm>
                <a:off x="2243862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85" name="Google Shape;1785;p12"/>
            <p:cNvSpPr/>
            <p:nvPr/>
          </p:nvSpPr>
          <p:spPr>
            <a:xfrm>
              <a:off x="3143575" y="181962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12"/>
            <p:cNvSpPr/>
            <p:nvPr/>
          </p:nvSpPr>
          <p:spPr>
            <a:xfrm>
              <a:off x="3143500" y="188557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12"/>
            <p:cNvSpPr/>
            <p:nvPr/>
          </p:nvSpPr>
          <p:spPr>
            <a:xfrm flipH="1" rot="10800000">
              <a:off x="3956325" y="1776452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8" name="Google Shape;1788;p12"/>
          <p:cNvGrpSpPr/>
          <p:nvPr/>
        </p:nvGrpSpPr>
        <p:grpSpPr>
          <a:xfrm>
            <a:off x="2810001" y="1650794"/>
            <a:ext cx="733753" cy="821469"/>
            <a:chOff x="3143340" y="1371133"/>
            <a:chExt cx="942885" cy="940433"/>
          </a:xfrm>
        </p:grpSpPr>
        <p:grpSp>
          <p:nvGrpSpPr>
            <p:cNvPr id="1789" name="Google Shape;1789;p12"/>
            <p:cNvGrpSpPr/>
            <p:nvPr/>
          </p:nvGrpSpPr>
          <p:grpSpPr>
            <a:xfrm>
              <a:off x="3143340" y="1371133"/>
              <a:ext cx="940433" cy="940433"/>
              <a:chOff x="1388550" y="311575"/>
              <a:chExt cx="1099794" cy="1099794"/>
            </a:xfrm>
          </p:grpSpPr>
          <p:sp>
            <p:nvSpPr>
              <p:cNvPr id="1790" name="Google Shape;1790;p12"/>
              <p:cNvSpPr/>
              <p:nvPr/>
            </p:nvSpPr>
            <p:spPr>
              <a:xfrm>
                <a:off x="1388550" y="311575"/>
                <a:ext cx="1099794" cy="1099794"/>
              </a:xfrm>
              <a:custGeom>
                <a:rect b="b" l="l" r="r" t="t"/>
                <a:pathLst>
                  <a:path extrusionOk="0" h="5254" w="5254">
                    <a:moveTo>
                      <a:pt x="4776" y="13"/>
                    </a:moveTo>
                    <a:cubicBezTo>
                      <a:pt x="5032" y="13"/>
                      <a:pt x="5241" y="222"/>
                      <a:pt x="5241" y="478"/>
                    </a:cubicBezTo>
                    <a:lnTo>
                      <a:pt x="5241" y="4776"/>
                    </a:lnTo>
                    <a:cubicBezTo>
                      <a:pt x="5241" y="5033"/>
                      <a:pt x="5032" y="5240"/>
                      <a:pt x="4776" y="5240"/>
                    </a:cubicBezTo>
                    <a:lnTo>
                      <a:pt x="478" y="5240"/>
                    </a:lnTo>
                    <a:cubicBezTo>
                      <a:pt x="221" y="5240"/>
                      <a:pt x="14" y="5033"/>
                      <a:pt x="14" y="4776"/>
                    </a:cubicBezTo>
                    <a:lnTo>
                      <a:pt x="14" y="478"/>
                    </a:lnTo>
                    <a:cubicBezTo>
                      <a:pt x="14" y="222"/>
                      <a:pt x="221" y="13"/>
                      <a:pt x="478" y="13"/>
                    </a:cubicBezTo>
                    <a:close/>
                    <a:moveTo>
                      <a:pt x="478" y="1"/>
                    </a:moveTo>
                    <a:cubicBezTo>
                      <a:pt x="214" y="1"/>
                      <a:pt x="0" y="215"/>
                      <a:pt x="0" y="478"/>
                    </a:cubicBezTo>
                    <a:lnTo>
                      <a:pt x="0" y="4776"/>
                    </a:lnTo>
                    <a:cubicBezTo>
                      <a:pt x="0" y="5040"/>
                      <a:pt x="214" y="5254"/>
                      <a:pt x="478" y="5254"/>
                    </a:cubicBezTo>
                    <a:lnTo>
                      <a:pt x="4776" y="5254"/>
                    </a:lnTo>
                    <a:cubicBezTo>
                      <a:pt x="5039" y="5254"/>
                      <a:pt x="5253" y="5040"/>
                      <a:pt x="5253" y="4776"/>
                    </a:cubicBezTo>
                    <a:lnTo>
                      <a:pt x="5253" y="478"/>
                    </a:lnTo>
                    <a:cubicBezTo>
                      <a:pt x="5253" y="215"/>
                      <a:pt x="5039" y="1"/>
                      <a:pt x="4776" y="1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1" name="Google Shape;1791;p12"/>
              <p:cNvSpPr/>
              <p:nvPr/>
            </p:nvSpPr>
            <p:spPr>
              <a:xfrm>
                <a:off x="1540103" y="463337"/>
                <a:ext cx="796482" cy="796482"/>
              </a:xfrm>
              <a:custGeom>
                <a:rect b="b" l="l" r="r" t="t"/>
                <a:pathLst>
                  <a:path extrusionOk="0" h="3805" w="3805">
                    <a:moveTo>
                      <a:pt x="3458" y="14"/>
                    </a:moveTo>
                    <a:cubicBezTo>
                      <a:pt x="3642" y="14"/>
                      <a:pt x="3791" y="163"/>
                      <a:pt x="3791" y="347"/>
                    </a:cubicBezTo>
                    <a:lnTo>
                      <a:pt x="3791" y="3458"/>
                    </a:lnTo>
                    <a:cubicBezTo>
                      <a:pt x="3791" y="3642"/>
                      <a:pt x="3642" y="3791"/>
                      <a:pt x="3458" y="3791"/>
                    </a:cubicBezTo>
                    <a:lnTo>
                      <a:pt x="347" y="3791"/>
                    </a:lnTo>
                    <a:cubicBezTo>
                      <a:pt x="163" y="3791"/>
                      <a:pt x="14" y="3642"/>
                      <a:pt x="14" y="3458"/>
                    </a:cubicBezTo>
                    <a:lnTo>
                      <a:pt x="14" y="347"/>
                    </a:lnTo>
                    <a:cubicBezTo>
                      <a:pt x="14" y="163"/>
                      <a:pt x="163" y="14"/>
                      <a:pt x="347" y="14"/>
                    </a:cubicBezTo>
                    <a:close/>
                    <a:moveTo>
                      <a:pt x="347" y="0"/>
                    </a:moveTo>
                    <a:cubicBezTo>
                      <a:pt x="156" y="0"/>
                      <a:pt x="1" y="155"/>
                      <a:pt x="1" y="347"/>
                    </a:cubicBezTo>
                    <a:lnTo>
                      <a:pt x="1" y="3458"/>
                    </a:lnTo>
                    <a:cubicBezTo>
                      <a:pt x="1" y="3649"/>
                      <a:pt x="156" y="3804"/>
                      <a:pt x="347" y="3804"/>
                    </a:cubicBezTo>
                    <a:lnTo>
                      <a:pt x="3458" y="3804"/>
                    </a:lnTo>
                    <a:cubicBezTo>
                      <a:pt x="3650" y="3804"/>
                      <a:pt x="3805" y="3649"/>
                      <a:pt x="3805" y="3458"/>
                    </a:cubicBezTo>
                    <a:lnTo>
                      <a:pt x="3805" y="347"/>
                    </a:lnTo>
                    <a:cubicBezTo>
                      <a:pt x="3805" y="155"/>
                      <a:pt x="3650" y="0"/>
                      <a:pt x="3458" y="0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2" name="Google Shape;1792;p12"/>
              <p:cNvSpPr/>
              <p:nvPr/>
            </p:nvSpPr>
            <p:spPr>
              <a:xfrm>
                <a:off x="2026789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3" name="Google Shape;1793;p12"/>
              <p:cNvSpPr/>
              <p:nvPr/>
            </p:nvSpPr>
            <p:spPr>
              <a:xfrm>
                <a:off x="2026789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4" name="Google Shape;1794;p12"/>
              <p:cNvSpPr/>
              <p:nvPr/>
            </p:nvSpPr>
            <p:spPr>
              <a:xfrm>
                <a:off x="1936988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5" name="Google Shape;1795;p12"/>
              <p:cNvSpPr/>
              <p:nvPr/>
            </p:nvSpPr>
            <p:spPr>
              <a:xfrm>
                <a:off x="1936988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6" name="Google Shape;1796;p12"/>
              <p:cNvSpPr/>
              <p:nvPr/>
            </p:nvSpPr>
            <p:spPr>
              <a:xfrm>
                <a:off x="1847186" y="471501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7" name="Google Shape;1797;p12"/>
              <p:cNvSpPr/>
              <p:nvPr/>
            </p:nvSpPr>
            <p:spPr>
              <a:xfrm>
                <a:off x="1847186" y="1166887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8" name="Google Shape;1798;p12"/>
              <p:cNvSpPr/>
              <p:nvPr/>
            </p:nvSpPr>
            <p:spPr>
              <a:xfrm>
                <a:off x="1548476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9" name="Google Shape;1799;p12"/>
              <p:cNvSpPr/>
              <p:nvPr/>
            </p:nvSpPr>
            <p:spPr>
              <a:xfrm>
                <a:off x="2243862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00" name="Google Shape;1800;p12"/>
            <p:cNvSpPr/>
            <p:nvPr/>
          </p:nvSpPr>
          <p:spPr>
            <a:xfrm>
              <a:off x="3143575" y="181962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12"/>
            <p:cNvSpPr/>
            <p:nvPr/>
          </p:nvSpPr>
          <p:spPr>
            <a:xfrm>
              <a:off x="3143500" y="188557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12"/>
            <p:cNvSpPr/>
            <p:nvPr/>
          </p:nvSpPr>
          <p:spPr>
            <a:xfrm flipH="1" rot="10800000">
              <a:off x="3956325" y="1776452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3" name="Google Shape;1803;p12"/>
          <p:cNvGrpSpPr/>
          <p:nvPr/>
        </p:nvGrpSpPr>
        <p:grpSpPr>
          <a:xfrm>
            <a:off x="4450477" y="3421923"/>
            <a:ext cx="733753" cy="821469"/>
            <a:chOff x="3143340" y="1371133"/>
            <a:chExt cx="942885" cy="940433"/>
          </a:xfrm>
        </p:grpSpPr>
        <p:grpSp>
          <p:nvGrpSpPr>
            <p:cNvPr id="1804" name="Google Shape;1804;p12"/>
            <p:cNvGrpSpPr/>
            <p:nvPr/>
          </p:nvGrpSpPr>
          <p:grpSpPr>
            <a:xfrm>
              <a:off x="3143340" y="1371133"/>
              <a:ext cx="940433" cy="940433"/>
              <a:chOff x="1388550" y="311575"/>
              <a:chExt cx="1099794" cy="1099794"/>
            </a:xfrm>
          </p:grpSpPr>
          <p:sp>
            <p:nvSpPr>
              <p:cNvPr id="1805" name="Google Shape;1805;p12"/>
              <p:cNvSpPr/>
              <p:nvPr/>
            </p:nvSpPr>
            <p:spPr>
              <a:xfrm>
                <a:off x="1388550" y="311575"/>
                <a:ext cx="1099794" cy="1099794"/>
              </a:xfrm>
              <a:custGeom>
                <a:rect b="b" l="l" r="r" t="t"/>
                <a:pathLst>
                  <a:path extrusionOk="0" h="5254" w="5254">
                    <a:moveTo>
                      <a:pt x="4776" y="13"/>
                    </a:moveTo>
                    <a:cubicBezTo>
                      <a:pt x="5032" y="13"/>
                      <a:pt x="5241" y="222"/>
                      <a:pt x="5241" y="478"/>
                    </a:cubicBezTo>
                    <a:lnTo>
                      <a:pt x="5241" y="4776"/>
                    </a:lnTo>
                    <a:cubicBezTo>
                      <a:pt x="5241" y="5033"/>
                      <a:pt x="5032" y="5240"/>
                      <a:pt x="4776" y="5240"/>
                    </a:cubicBezTo>
                    <a:lnTo>
                      <a:pt x="478" y="5240"/>
                    </a:lnTo>
                    <a:cubicBezTo>
                      <a:pt x="221" y="5240"/>
                      <a:pt x="14" y="5033"/>
                      <a:pt x="14" y="4776"/>
                    </a:cubicBezTo>
                    <a:lnTo>
                      <a:pt x="14" y="478"/>
                    </a:lnTo>
                    <a:cubicBezTo>
                      <a:pt x="14" y="222"/>
                      <a:pt x="221" y="13"/>
                      <a:pt x="478" y="13"/>
                    </a:cubicBezTo>
                    <a:close/>
                    <a:moveTo>
                      <a:pt x="478" y="1"/>
                    </a:moveTo>
                    <a:cubicBezTo>
                      <a:pt x="214" y="1"/>
                      <a:pt x="0" y="215"/>
                      <a:pt x="0" y="478"/>
                    </a:cubicBezTo>
                    <a:lnTo>
                      <a:pt x="0" y="4776"/>
                    </a:lnTo>
                    <a:cubicBezTo>
                      <a:pt x="0" y="5040"/>
                      <a:pt x="214" y="5254"/>
                      <a:pt x="478" y="5254"/>
                    </a:cubicBezTo>
                    <a:lnTo>
                      <a:pt x="4776" y="5254"/>
                    </a:lnTo>
                    <a:cubicBezTo>
                      <a:pt x="5039" y="5254"/>
                      <a:pt x="5253" y="5040"/>
                      <a:pt x="5253" y="4776"/>
                    </a:cubicBezTo>
                    <a:lnTo>
                      <a:pt x="5253" y="478"/>
                    </a:lnTo>
                    <a:cubicBezTo>
                      <a:pt x="5253" y="215"/>
                      <a:pt x="5039" y="1"/>
                      <a:pt x="4776" y="1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6" name="Google Shape;1806;p12"/>
              <p:cNvSpPr/>
              <p:nvPr/>
            </p:nvSpPr>
            <p:spPr>
              <a:xfrm>
                <a:off x="1540103" y="463337"/>
                <a:ext cx="796482" cy="796482"/>
              </a:xfrm>
              <a:custGeom>
                <a:rect b="b" l="l" r="r" t="t"/>
                <a:pathLst>
                  <a:path extrusionOk="0" h="3805" w="3805">
                    <a:moveTo>
                      <a:pt x="3458" y="14"/>
                    </a:moveTo>
                    <a:cubicBezTo>
                      <a:pt x="3642" y="14"/>
                      <a:pt x="3791" y="163"/>
                      <a:pt x="3791" y="347"/>
                    </a:cubicBezTo>
                    <a:lnTo>
                      <a:pt x="3791" y="3458"/>
                    </a:lnTo>
                    <a:cubicBezTo>
                      <a:pt x="3791" y="3642"/>
                      <a:pt x="3642" y="3791"/>
                      <a:pt x="3458" y="3791"/>
                    </a:cubicBezTo>
                    <a:lnTo>
                      <a:pt x="347" y="3791"/>
                    </a:lnTo>
                    <a:cubicBezTo>
                      <a:pt x="163" y="3791"/>
                      <a:pt x="14" y="3642"/>
                      <a:pt x="14" y="3458"/>
                    </a:cubicBezTo>
                    <a:lnTo>
                      <a:pt x="14" y="347"/>
                    </a:lnTo>
                    <a:cubicBezTo>
                      <a:pt x="14" y="163"/>
                      <a:pt x="163" y="14"/>
                      <a:pt x="347" y="14"/>
                    </a:cubicBezTo>
                    <a:close/>
                    <a:moveTo>
                      <a:pt x="347" y="0"/>
                    </a:moveTo>
                    <a:cubicBezTo>
                      <a:pt x="156" y="0"/>
                      <a:pt x="1" y="155"/>
                      <a:pt x="1" y="347"/>
                    </a:cubicBezTo>
                    <a:lnTo>
                      <a:pt x="1" y="3458"/>
                    </a:lnTo>
                    <a:cubicBezTo>
                      <a:pt x="1" y="3649"/>
                      <a:pt x="156" y="3804"/>
                      <a:pt x="347" y="3804"/>
                    </a:cubicBezTo>
                    <a:lnTo>
                      <a:pt x="3458" y="3804"/>
                    </a:lnTo>
                    <a:cubicBezTo>
                      <a:pt x="3650" y="3804"/>
                      <a:pt x="3805" y="3649"/>
                      <a:pt x="3805" y="3458"/>
                    </a:cubicBezTo>
                    <a:lnTo>
                      <a:pt x="3805" y="347"/>
                    </a:lnTo>
                    <a:cubicBezTo>
                      <a:pt x="3805" y="155"/>
                      <a:pt x="3650" y="0"/>
                      <a:pt x="3458" y="0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7" name="Google Shape;1807;p12"/>
              <p:cNvSpPr/>
              <p:nvPr/>
            </p:nvSpPr>
            <p:spPr>
              <a:xfrm>
                <a:off x="2026789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8" name="Google Shape;1808;p12"/>
              <p:cNvSpPr/>
              <p:nvPr/>
            </p:nvSpPr>
            <p:spPr>
              <a:xfrm>
                <a:off x="2026789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9" name="Google Shape;1809;p12"/>
              <p:cNvSpPr/>
              <p:nvPr/>
            </p:nvSpPr>
            <p:spPr>
              <a:xfrm>
                <a:off x="1936988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0" name="Google Shape;1810;p12"/>
              <p:cNvSpPr/>
              <p:nvPr/>
            </p:nvSpPr>
            <p:spPr>
              <a:xfrm>
                <a:off x="1936988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1" name="Google Shape;1811;p12"/>
              <p:cNvSpPr/>
              <p:nvPr/>
            </p:nvSpPr>
            <p:spPr>
              <a:xfrm>
                <a:off x="1847186" y="471501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2" name="Google Shape;1812;p12"/>
              <p:cNvSpPr/>
              <p:nvPr/>
            </p:nvSpPr>
            <p:spPr>
              <a:xfrm>
                <a:off x="1847186" y="1166887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3" name="Google Shape;1813;p12"/>
              <p:cNvSpPr/>
              <p:nvPr/>
            </p:nvSpPr>
            <p:spPr>
              <a:xfrm>
                <a:off x="1548476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4" name="Google Shape;1814;p12"/>
              <p:cNvSpPr/>
              <p:nvPr/>
            </p:nvSpPr>
            <p:spPr>
              <a:xfrm>
                <a:off x="2243862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15" name="Google Shape;1815;p12"/>
            <p:cNvSpPr/>
            <p:nvPr/>
          </p:nvSpPr>
          <p:spPr>
            <a:xfrm>
              <a:off x="3143575" y="181962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12"/>
            <p:cNvSpPr/>
            <p:nvPr/>
          </p:nvSpPr>
          <p:spPr>
            <a:xfrm>
              <a:off x="3143500" y="188557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12"/>
            <p:cNvSpPr/>
            <p:nvPr/>
          </p:nvSpPr>
          <p:spPr>
            <a:xfrm flipH="1" rot="10800000">
              <a:off x="3956325" y="1776452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18" name="Google Shape;1818;p12"/>
          <p:cNvGrpSpPr/>
          <p:nvPr/>
        </p:nvGrpSpPr>
        <p:grpSpPr>
          <a:xfrm>
            <a:off x="6090927" y="1650736"/>
            <a:ext cx="733753" cy="821469"/>
            <a:chOff x="3143340" y="1371133"/>
            <a:chExt cx="942885" cy="940433"/>
          </a:xfrm>
        </p:grpSpPr>
        <p:grpSp>
          <p:nvGrpSpPr>
            <p:cNvPr id="1819" name="Google Shape;1819;p12"/>
            <p:cNvGrpSpPr/>
            <p:nvPr/>
          </p:nvGrpSpPr>
          <p:grpSpPr>
            <a:xfrm>
              <a:off x="3143340" y="1371133"/>
              <a:ext cx="940433" cy="940433"/>
              <a:chOff x="1388550" y="311575"/>
              <a:chExt cx="1099794" cy="1099794"/>
            </a:xfrm>
          </p:grpSpPr>
          <p:sp>
            <p:nvSpPr>
              <p:cNvPr id="1820" name="Google Shape;1820;p12"/>
              <p:cNvSpPr/>
              <p:nvPr/>
            </p:nvSpPr>
            <p:spPr>
              <a:xfrm>
                <a:off x="1388550" y="311575"/>
                <a:ext cx="1099794" cy="1099794"/>
              </a:xfrm>
              <a:custGeom>
                <a:rect b="b" l="l" r="r" t="t"/>
                <a:pathLst>
                  <a:path extrusionOk="0" h="5254" w="5254">
                    <a:moveTo>
                      <a:pt x="4776" y="13"/>
                    </a:moveTo>
                    <a:cubicBezTo>
                      <a:pt x="5032" y="13"/>
                      <a:pt x="5241" y="222"/>
                      <a:pt x="5241" y="478"/>
                    </a:cubicBezTo>
                    <a:lnTo>
                      <a:pt x="5241" y="4776"/>
                    </a:lnTo>
                    <a:cubicBezTo>
                      <a:pt x="5241" y="5033"/>
                      <a:pt x="5032" y="5240"/>
                      <a:pt x="4776" y="5240"/>
                    </a:cubicBezTo>
                    <a:lnTo>
                      <a:pt x="478" y="5240"/>
                    </a:lnTo>
                    <a:cubicBezTo>
                      <a:pt x="221" y="5240"/>
                      <a:pt x="14" y="5033"/>
                      <a:pt x="14" y="4776"/>
                    </a:cubicBezTo>
                    <a:lnTo>
                      <a:pt x="14" y="478"/>
                    </a:lnTo>
                    <a:cubicBezTo>
                      <a:pt x="14" y="222"/>
                      <a:pt x="221" y="13"/>
                      <a:pt x="478" y="13"/>
                    </a:cubicBezTo>
                    <a:close/>
                    <a:moveTo>
                      <a:pt x="478" y="1"/>
                    </a:moveTo>
                    <a:cubicBezTo>
                      <a:pt x="214" y="1"/>
                      <a:pt x="0" y="215"/>
                      <a:pt x="0" y="478"/>
                    </a:cubicBezTo>
                    <a:lnTo>
                      <a:pt x="0" y="4776"/>
                    </a:lnTo>
                    <a:cubicBezTo>
                      <a:pt x="0" y="5040"/>
                      <a:pt x="214" y="5254"/>
                      <a:pt x="478" y="5254"/>
                    </a:cubicBezTo>
                    <a:lnTo>
                      <a:pt x="4776" y="5254"/>
                    </a:lnTo>
                    <a:cubicBezTo>
                      <a:pt x="5039" y="5254"/>
                      <a:pt x="5253" y="5040"/>
                      <a:pt x="5253" y="4776"/>
                    </a:cubicBezTo>
                    <a:lnTo>
                      <a:pt x="5253" y="478"/>
                    </a:lnTo>
                    <a:cubicBezTo>
                      <a:pt x="5253" y="215"/>
                      <a:pt x="5039" y="1"/>
                      <a:pt x="4776" y="1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1" name="Google Shape;1821;p12"/>
              <p:cNvSpPr/>
              <p:nvPr/>
            </p:nvSpPr>
            <p:spPr>
              <a:xfrm>
                <a:off x="1540103" y="463337"/>
                <a:ext cx="796482" cy="796482"/>
              </a:xfrm>
              <a:custGeom>
                <a:rect b="b" l="l" r="r" t="t"/>
                <a:pathLst>
                  <a:path extrusionOk="0" h="3805" w="3805">
                    <a:moveTo>
                      <a:pt x="3458" y="14"/>
                    </a:moveTo>
                    <a:cubicBezTo>
                      <a:pt x="3642" y="14"/>
                      <a:pt x="3791" y="163"/>
                      <a:pt x="3791" y="347"/>
                    </a:cubicBezTo>
                    <a:lnTo>
                      <a:pt x="3791" y="3458"/>
                    </a:lnTo>
                    <a:cubicBezTo>
                      <a:pt x="3791" y="3642"/>
                      <a:pt x="3642" y="3791"/>
                      <a:pt x="3458" y="3791"/>
                    </a:cubicBezTo>
                    <a:lnTo>
                      <a:pt x="347" y="3791"/>
                    </a:lnTo>
                    <a:cubicBezTo>
                      <a:pt x="163" y="3791"/>
                      <a:pt x="14" y="3642"/>
                      <a:pt x="14" y="3458"/>
                    </a:cubicBezTo>
                    <a:lnTo>
                      <a:pt x="14" y="347"/>
                    </a:lnTo>
                    <a:cubicBezTo>
                      <a:pt x="14" y="163"/>
                      <a:pt x="163" y="14"/>
                      <a:pt x="347" y="14"/>
                    </a:cubicBezTo>
                    <a:close/>
                    <a:moveTo>
                      <a:pt x="347" y="0"/>
                    </a:moveTo>
                    <a:cubicBezTo>
                      <a:pt x="156" y="0"/>
                      <a:pt x="1" y="155"/>
                      <a:pt x="1" y="347"/>
                    </a:cubicBezTo>
                    <a:lnTo>
                      <a:pt x="1" y="3458"/>
                    </a:lnTo>
                    <a:cubicBezTo>
                      <a:pt x="1" y="3649"/>
                      <a:pt x="156" y="3804"/>
                      <a:pt x="347" y="3804"/>
                    </a:cubicBezTo>
                    <a:lnTo>
                      <a:pt x="3458" y="3804"/>
                    </a:lnTo>
                    <a:cubicBezTo>
                      <a:pt x="3650" y="3804"/>
                      <a:pt x="3805" y="3649"/>
                      <a:pt x="3805" y="3458"/>
                    </a:cubicBezTo>
                    <a:lnTo>
                      <a:pt x="3805" y="347"/>
                    </a:lnTo>
                    <a:cubicBezTo>
                      <a:pt x="3805" y="155"/>
                      <a:pt x="3650" y="0"/>
                      <a:pt x="3458" y="0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2" name="Google Shape;1822;p12"/>
              <p:cNvSpPr/>
              <p:nvPr/>
            </p:nvSpPr>
            <p:spPr>
              <a:xfrm>
                <a:off x="2026789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3" name="Google Shape;1823;p12"/>
              <p:cNvSpPr/>
              <p:nvPr/>
            </p:nvSpPr>
            <p:spPr>
              <a:xfrm>
                <a:off x="2026789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4" name="Google Shape;1824;p12"/>
              <p:cNvSpPr/>
              <p:nvPr/>
            </p:nvSpPr>
            <p:spPr>
              <a:xfrm>
                <a:off x="1936988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5" name="Google Shape;1825;p12"/>
              <p:cNvSpPr/>
              <p:nvPr/>
            </p:nvSpPr>
            <p:spPr>
              <a:xfrm>
                <a:off x="1936988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6" name="Google Shape;1826;p12"/>
              <p:cNvSpPr/>
              <p:nvPr/>
            </p:nvSpPr>
            <p:spPr>
              <a:xfrm>
                <a:off x="1847186" y="471501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7" name="Google Shape;1827;p12"/>
              <p:cNvSpPr/>
              <p:nvPr/>
            </p:nvSpPr>
            <p:spPr>
              <a:xfrm>
                <a:off x="1847186" y="1166887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8" name="Google Shape;1828;p12"/>
              <p:cNvSpPr/>
              <p:nvPr/>
            </p:nvSpPr>
            <p:spPr>
              <a:xfrm>
                <a:off x="1548476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9" name="Google Shape;1829;p12"/>
              <p:cNvSpPr/>
              <p:nvPr/>
            </p:nvSpPr>
            <p:spPr>
              <a:xfrm>
                <a:off x="2243862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30" name="Google Shape;1830;p12"/>
            <p:cNvSpPr/>
            <p:nvPr/>
          </p:nvSpPr>
          <p:spPr>
            <a:xfrm>
              <a:off x="3143575" y="181962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12"/>
            <p:cNvSpPr/>
            <p:nvPr/>
          </p:nvSpPr>
          <p:spPr>
            <a:xfrm>
              <a:off x="3143500" y="188557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12"/>
            <p:cNvSpPr/>
            <p:nvPr/>
          </p:nvSpPr>
          <p:spPr>
            <a:xfrm flipH="1" rot="10800000">
              <a:off x="3956325" y="1776452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3" name="Google Shape;1833;p12"/>
          <p:cNvGrpSpPr/>
          <p:nvPr/>
        </p:nvGrpSpPr>
        <p:grpSpPr>
          <a:xfrm>
            <a:off x="7731403" y="3421923"/>
            <a:ext cx="733753" cy="821469"/>
            <a:chOff x="3143340" y="1371133"/>
            <a:chExt cx="942885" cy="940433"/>
          </a:xfrm>
        </p:grpSpPr>
        <p:grpSp>
          <p:nvGrpSpPr>
            <p:cNvPr id="1834" name="Google Shape;1834;p12"/>
            <p:cNvGrpSpPr/>
            <p:nvPr/>
          </p:nvGrpSpPr>
          <p:grpSpPr>
            <a:xfrm>
              <a:off x="3143340" y="1371133"/>
              <a:ext cx="940433" cy="940433"/>
              <a:chOff x="1388550" y="311575"/>
              <a:chExt cx="1099794" cy="1099794"/>
            </a:xfrm>
          </p:grpSpPr>
          <p:sp>
            <p:nvSpPr>
              <p:cNvPr id="1835" name="Google Shape;1835;p12"/>
              <p:cNvSpPr/>
              <p:nvPr/>
            </p:nvSpPr>
            <p:spPr>
              <a:xfrm>
                <a:off x="1388550" y="311575"/>
                <a:ext cx="1099794" cy="1099794"/>
              </a:xfrm>
              <a:custGeom>
                <a:rect b="b" l="l" r="r" t="t"/>
                <a:pathLst>
                  <a:path extrusionOk="0" h="5254" w="5254">
                    <a:moveTo>
                      <a:pt x="4776" y="13"/>
                    </a:moveTo>
                    <a:cubicBezTo>
                      <a:pt x="5032" y="13"/>
                      <a:pt x="5241" y="222"/>
                      <a:pt x="5241" y="478"/>
                    </a:cubicBezTo>
                    <a:lnTo>
                      <a:pt x="5241" y="4776"/>
                    </a:lnTo>
                    <a:cubicBezTo>
                      <a:pt x="5241" y="5033"/>
                      <a:pt x="5032" y="5240"/>
                      <a:pt x="4776" y="5240"/>
                    </a:cubicBezTo>
                    <a:lnTo>
                      <a:pt x="478" y="5240"/>
                    </a:lnTo>
                    <a:cubicBezTo>
                      <a:pt x="221" y="5240"/>
                      <a:pt x="14" y="5033"/>
                      <a:pt x="14" y="4776"/>
                    </a:cubicBezTo>
                    <a:lnTo>
                      <a:pt x="14" y="478"/>
                    </a:lnTo>
                    <a:cubicBezTo>
                      <a:pt x="14" y="222"/>
                      <a:pt x="221" y="13"/>
                      <a:pt x="478" y="13"/>
                    </a:cubicBezTo>
                    <a:close/>
                    <a:moveTo>
                      <a:pt x="478" y="1"/>
                    </a:moveTo>
                    <a:cubicBezTo>
                      <a:pt x="214" y="1"/>
                      <a:pt x="0" y="215"/>
                      <a:pt x="0" y="478"/>
                    </a:cubicBezTo>
                    <a:lnTo>
                      <a:pt x="0" y="4776"/>
                    </a:lnTo>
                    <a:cubicBezTo>
                      <a:pt x="0" y="5040"/>
                      <a:pt x="214" y="5254"/>
                      <a:pt x="478" y="5254"/>
                    </a:cubicBezTo>
                    <a:lnTo>
                      <a:pt x="4776" y="5254"/>
                    </a:lnTo>
                    <a:cubicBezTo>
                      <a:pt x="5039" y="5254"/>
                      <a:pt x="5253" y="5040"/>
                      <a:pt x="5253" y="4776"/>
                    </a:cubicBezTo>
                    <a:lnTo>
                      <a:pt x="5253" y="478"/>
                    </a:lnTo>
                    <a:cubicBezTo>
                      <a:pt x="5253" y="215"/>
                      <a:pt x="5039" y="1"/>
                      <a:pt x="4776" y="1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6" name="Google Shape;1836;p12"/>
              <p:cNvSpPr/>
              <p:nvPr/>
            </p:nvSpPr>
            <p:spPr>
              <a:xfrm>
                <a:off x="1540103" y="463337"/>
                <a:ext cx="796482" cy="796482"/>
              </a:xfrm>
              <a:custGeom>
                <a:rect b="b" l="l" r="r" t="t"/>
                <a:pathLst>
                  <a:path extrusionOk="0" h="3805" w="3805">
                    <a:moveTo>
                      <a:pt x="3458" y="14"/>
                    </a:moveTo>
                    <a:cubicBezTo>
                      <a:pt x="3642" y="14"/>
                      <a:pt x="3791" y="163"/>
                      <a:pt x="3791" y="347"/>
                    </a:cubicBezTo>
                    <a:lnTo>
                      <a:pt x="3791" y="3458"/>
                    </a:lnTo>
                    <a:cubicBezTo>
                      <a:pt x="3791" y="3642"/>
                      <a:pt x="3642" y="3791"/>
                      <a:pt x="3458" y="3791"/>
                    </a:cubicBezTo>
                    <a:lnTo>
                      <a:pt x="347" y="3791"/>
                    </a:lnTo>
                    <a:cubicBezTo>
                      <a:pt x="163" y="3791"/>
                      <a:pt x="14" y="3642"/>
                      <a:pt x="14" y="3458"/>
                    </a:cubicBezTo>
                    <a:lnTo>
                      <a:pt x="14" y="347"/>
                    </a:lnTo>
                    <a:cubicBezTo>
                      <a:pt x="14" y="163"/>
                      <a:pt x="163" y="14"/>
                      <a:pt x="347" y="14"/>
                    </a:cubicBezTo>
                    <a:close/>
                    <a:moveTo>
                      <a:pt x="347" y="0"/>
                    </a:moveTo>
                    <a:cubicBezTo>
                      <a:pt x="156" y="0"/>
                      <a:pt x="1" y="155"/>
                      <a:pt x="1" y="347"/>
                    </a:cubicBezTo>
                    <a:lnTo>
                      <a:pt x="1" y="3458"/>
                    </a:lnTo>
                    <a:cubicBezTo>
                      <a:pt x="1" y="3649"/>
                      <a:pt x="156" y="3804"/>
                      <a:pt x="347" y="3804"/>
                    </a:cubicBezTo>
                    <a:lnTo>
                      <a:pt x="3458" y="3804"/>
                    </a:lnTo>
                    <a:cubicBezTo>
                      <a:pt x="3650" y="3804"/>
                      <a:pt x="3805" y="3649"/>
                      <a:pt x="3805" y="3458"/>
                    </a:cubicBezTo>
                    <a:lnTo>
                      <a:pt x="3805" y="347"/>
                    </a:lnTo>
                    <a:cubicBezTo>
                      <a:pt x="3805" y="155"/>
                      <a:pt x="3650" y="0"/>
                      <a:pt x="3458" y="0"/>
                    </a:cubicBez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7" name="Google Shape;1837;p12"/>
              <p:cNvSpPr/>
              <p:nvPr/>
            </p:nvSpPr>
            <p:spPr>
              <a:xfrm>
                <a:off x="2026789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8" name="Google Shape;1838;p12"/>
              <p:cNvSpPr/>
              <p:nvPr/>
            </p:nvSpPr>
            <p:spPr>
              <a:xfrm>
                <a:off x="2026789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9" name="Google Shape;1839;p12"/>
              <p:cNvSpPr/>
              <p:nvPr/>
            </p:nvSpPr>
            <p:spPr>
              <a:xfrm>
                <a:off x="1936988" y="471501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0" name="Google Shape;1840;p12"/>
              <p:cNvSpPr/>
              <p:nvPr/>
            </p:nvSpPr>
            <p:spPr>
              <a:xfrm>
                <a:off x="1936988" y="1166887"/>
                <a:ext cx="2721" cy="84567"/>
              </a:xfrm>
              <a:custGeom>
                <a:rect b="b" l="l" r="r" t="t"/>
                <a:pathLst>
                  <a:path extrusionOk="0" h="404" w="13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1" name="Google Shape;1841;p12"/>
              <p:cNvSpPr/>
              <p:nvPr/>
            </p:nvSpPr>
            <p:spPr>
              <a:xfrm>
                <a:off x="1847186" y="471501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2" name="Google Shape;1842;p12"/>
              <p:cNvSpPr/>
              <p:nvPr/>
            </p:nvSpPr>
            <p:spPr>
              <a:xfrm>
                <a:off x="1847186" y="1166887"/>
                <a:ext cx="2931" cy="84567"/>
              </a:xfrm>
              <a:custGeom>
                <a:rect b="b" l="l" r="r" t="t"/>
                <a:pathLst>
                  <a:path extrusionOk="0" h="404" w="14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3" name="Google Shape;1843;p12"/>
              <p:cNvSpPr/>
              <p:nvPr/>
            </p:nvSpPr>
            <p:spPr>
              <a:xfrm>
                <a:off x="1548476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4" name="Google Shape;1844;p12"/>
              <p:cNvSpPr/>
              <p:nvPr/>
            </p:nvSpPr>
            <p:spPr>
              <a:xfrm>
                <a:off x="2243862" y="860222"/>
                <a:ext cx="84567" cy="2721"/>
              </a:xfrm>
              <a:custGeom>
                <a:rect b="b" l="l" r="r" t="t"/>
                <a:pathLst>
                  <a:path extrusionOk="0" h="13" w="404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cap="flat" cmpd="sng" w="9525">
                <a:solidFill>
                  <a:srgbClr val="00F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45" name="Google Shape;1845;p12"/>
            <p:cNvSpPr/>
            <p:nvPr/>
          </p:nvSpPr>
          <p:spPr>
            <a:xfrm>
              <a:off x="3143575" y="181962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12"/>
            <p:cNvSpPr/>
            <p:nvPr/>
          </p:nvSpPr>
          <p:spPr>
            <a:xfrm>
              <a:off x="3143500" y="1885575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12"/>
            <p:cNvSpPr/>
            <p:nvPr/>
          </p:nvSpPr>
          <p:spPr>
            <a:xfrm flipH="1" rot="10800000">
              <a:off x="3956325" y="1776452"/>
              <a:ext cx="1299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8" name="Google Shape;1848;p12"/>
          <p:cNvSpPr/>
          <p:nvPr/>
        </p:nvSpPr>
        <p:spPr>
          <a:xfrm>
            <a:off x="1169600" y="3636574"/>
            <a:ext cx="7341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rPr>
              <a:t>01</a:t>
            </a:r>
            <a:endParaRPr b="0" i="0" sz="2400" u="none" cap="none" strike="noStrike">
              <a:solidFill>
                <a:schemeClr val="dk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849" name="Google Shape;1849;p12"/>
          <p:cNvSpPr/>
          <p:nvPr/>
        </p:nvSpPr>
        <p:spPr>
          <a:xfrm>
            <a:off x="2810050" y="1865445"/>
            <a:ext cx="7341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rPr>
              <a:t>02</a:t>
            </a:r>
            <a:endParaRPr b="0" i="0" sz="2400" u="none" cap="none" strike="noStrike">
              <a:solidFill>
                <a:schemeClr val="dk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850" name="Google Shape;1850;p12"/>
          <p:cNvSpPr/>
          <p:nvPr/>
        </p:nvSpPr>
        <p:spPr>
          <a:xfrm>
            <a:off x="6090989" y="1865445"/>
            <a:ext cx="7341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rPr>
              <a:t>04</a:t>
            </a:r>
            <a:endParaRPr b="0" i="0" sz="2400" u="none" cap="none" strike="noStrike">
              <a:solidFill>
                <a:schemeClr val="dk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851" name="Google Shape;1851;p12"/>
          <p:cNvSpPr/>
          <p:nvPr/>
        </p:nvSpPr>
        <p:spPr>
          <a:xfrm>
            <a:off x="4450539" y="3636574"/>
            <a:ext cx="7341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rPr>
              <a:t>03</a:t>
            </a:r>
            <a:endParaRPr b="0" i="0" sz="2400" u="none" cap="none" strike="noStrike">
              <a:solidFill>
                <a:schemeClr val="dk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852" name="Google Shape;1852;p12"/>
          <p:cNvSpPr/>
          <p:nvPr/>
        </p:nvSpPr>
        <p:spPr>
          <a:xfrm>
            <a:off x="7731491" y="3636574"/>
            <a:ext cx="7341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rPr>
              <a:t>05</a:t>
            </a:r>
            <a:endParaRPr b="0" i="0" sz="2400" u="none" cap="none" strike="noStrike">
              <a:solidFill>
                <a:schemeClr val="dk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1853" name="Google Shape;1853;p12"/>
          <p:cNvCxnSpPr>
            <a:stCxn id="1851" idx="3"/>
            <a:endCxn id="1850" idx="1"/>
          </p:cNvCxnSpPr>
          <p:nvPr/>
        </p:nvCxnSpPr>
        <p:spPr>
          <a:xfrm flipH="1" rot="10800000">
            <a:off x="5184639" y="2061724"/>
            <a:ext cx="906300" cy="17712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4" name="Google Shape;1854;p12"/>
          <p:cNvCxnSpPr>
            <a:stCxn id="1850" idx="3"/>
            <a:endCxn id="1852" idx="1"/>
          </p:cNvCxnSpPr>
          <p:nvPr/>
        </p:nvCxnSpPr>
        <p:spPr>
          <a:xfrm>
            <a:off x="6825089" y="2061795"/>
            <a:ext cx="906300" cy="17712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55" name="Google Shape;1855;p12"/>
          <p:cNvGrpSpPr/>
          <p:nvPr/>
        </p:nvGrpSpPr>
        <p:grpSpPr>
          <a:xfrm>
            <a:off x="770532" y="3435145"/>
            <a:ext cx="398915" cy="795371"/>
            <a:chOff x="845487" y="2625106"/>
            <a:chExt cx="384348" cy="682663"/>
          </a:xfrm>
        </p:grpSpPr>
        <p:sp>
          <p:nvSpPr>
            <p:cNvPr id="1856" name="Google Shape;1856;p12"/>
            <p:cNvSpPr/>
            <p:nvPr/>
          </p:nvSpPr>
          <p:spPr>
            <a:xfrm>
              <a:off x="913767" y="2674497"/>
              <a:ext cx="316068" cy="120609"/>
            </a:xfrm>
            <a:custGeom>
              <a:rect b="b" l="l" r="r" t="t"/>
              <a:pathLst>
                <a:path extrusionOk="0" h="862" w="2259">
                  <a:moveTo>
                    <a:pt x="9" y="0"/>
                  </a:moveTo>
                  <a:lnTo>
                    <a:pt x="0" y="11"/>
                  </a:lnTo>
                  <a:lnTo>
                    <a:pt x="1055" y="861"/>
                  </a:lnTo>
                  <a:lnTo>
                    <a:pt x="2259" y="861"/>
                  </a:lnTo>
                  <a:lnTo>
                    <a:pt x="2259" y="848"/>
                  </a:lnTo>
                  <a:lnTo>
                    <a:pt x="1059" y="848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12"/>
            <p:cNvSpPr/>
            <p:nvPr/>
          </p:nvSpPr>
          <p:spPr>
            <a:xfrm>
              <a:off x="913767" y="2815395"/>
              <a:ext cx="316068" cy="105918"/>
            </a:xfrm>
            <a:custGeom>
              <a:rect b="b" l="l" r="r" t="t"/>
              <a:pathLst>
                <a:path extrusionOk="0" h="757" w="2259">
                  <a:moveTo>
                    <a:pt x="7" y="0"/>
                  </a:moveTo>
                  <a:lnTo>
                    <a:pt x="0" y="10"/>
                  </a:lnTo>
                  <a:lnTo>
                    <a:pt x="1053" y="756"/>
                  </a:lnTo>
                  <a:lnTo>
                    <a:pt x="1055" y="757"/>
                  </a:lnTo>
                  <a:lnTo>
                    <a:pt x="2259" y="757"/>
                  </a:lnTo>
                  <a:lnTo>
                    <a:pt x="2259" y="744"/>
                  </a:lnTo>
                  <a:lnTo>
                    <a:pt x="1059" y="744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12"/>
            <p:cNvSpPr/>
            <p:nvPr/>
          </p:nvSpPr>
          <p:spPr>
            <a:xfrm>
              <a:off x="913767" y="3138048"/>
              <a:ext cx="316068" cy="120609"/>
            </a:xfrm>
            <a:custGeom>
              <a:rect b="b" l="l" r="r" t="t"/>
              <a:pathLst>
                <a:path extrusionOk="0" h="862" w="2259">
                  <a:moveTo>
                    <a:pt x="1055" y="0"/>
                  </a:moveTo>
                  <a:lnTo>
                    <a:pt x="0" y="851"/>
                  </a:lnTo>
                  <a:lnTo>
                    <a:pt x="9" y="861"/>
                  </a:lnTo>
                  <a:lnTo>
                    <a:pt x="1059" y="14"/>
                  </a:lnTo>
                  <a:lnTo>
                    <a:pt x="2259" y="14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12"/>
            <p:cNvSpPr/>
            <p:nvPr/>
          </p:nvSpPr>
          <p:spPr>
            <a:xfrm>
              <a:off x="913767" y="3011701"/>
              <a:ext cx="316068" cy="106057"/>
            </a:xfrm>
            <a:custGeom>
              <a:rect b="b" l="l" r="r" t="t"/>
              <a:pathLst>
                <a:path extrusionOk="0" h="758" w="2259">
                  <a:moveTo>
                    <a:pt x="1055" y="1"/>
                  </a:moveTo>
                  <a:lnTo>
                    <a:pt x="0" y="747"/>
                  </a:lnTo>
                  <a:lnTo>
                    <a:pt x="7" y="757"/>
                  </a:lnTo>
                  <a:lnTo>
                    <a:pt x="1059" y="13"/>
                  </a:lnTo>
                  <a:lnTo>
                    <a:pt x="2259" y="13"/>
                  </a:lnTo>
                  <a:lnTo>
                    <a:pt x="2259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12"/>
            <p:cNvSpPr/>
            <p:nvPr/>
          </p:nvSpPr>
          <p:spPr>
            <a:xfrm>
              <a:off x="845487" y="2625106"/>
              <a:ext cx="65620" cy="65761"/>
            </a:xfrm>
            <a:custGeom>
              <a:rect b="b" l="l" r="r" t="t"/>
              <a:pathLst>
                <a:path extrusionOk="0" h="470" w="469">
                  <a:moveTo>
                    <a:pt x="235" y="14"/>
                  </a:moveTo>
                  <a:cubicBezTo>
                    <a:pt x="357" y="14"/>
                    <a:pt x="456" y="113"/>
                    <a:pt x="456" y="235"/>
                  </a:cubicBezTo>
                  <a:cubicBezTo>
                    <a:pt x="456" y="357"/>
                    <a:pt x="357" y="457"/>
                    <a:pt x="235" y="457"/>
                  </a:cubicBezTo>
                  <a:cubicBezTo>
                    <a:pt x="113" y="457"/>
                    <a:pt x="14" y="357"/>
                    <a:pt x="14" y="235"/>
                  </a:cubicBezTo>
                  <a:cubicBezTo>
                    <a:pt x="14" y="113"/>
                    <a:pt x="113" y="14"/>
                    <a:pt x="235" y="14"/>
                  </a:cubicBezTo>
                  <a:close/>
                  <a:moveTo>
                    <a:pt x="235" y="1"/>
                  </a:moveTo>
                  <a:cubicBezTo>
                    <a:pt x="106" y="1"/>
                    <a:pt x="0" y="106"/>
                    <a:pt x="0" y="235"/>
                  </a:cubicBezTo>
                  <a:cubicBezTo>
                    <a:pt x="0" y="365"/>
                    <a:pt x="106" y="469"/>
                    <a:pt x="235" y="469"/>
                  </a:cubicBezTo>
                  <a:cubicBezTo>
                    <a:pt x="364" y="469"/>
                    <a:pt x="469" y="365"/>
                    <a:pt x="469" y="235"/>
                  </a:cubicBezTo>
                  <a:cubicBezTo>
                    <a:pt x="469" y="106"/>
                    <a:pt x="364" y="1"/>
                    <a:pt x="235" y="1"/>
                  </a:cubicBez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12"/>
            <p:cNvSpPr/>
            <p:nvPr/>
          </p:nvSpPr>
          <p:spPr>
            <a:xfrm>
              <a:off x="845487" y="2768383"/>
              <a:ext cx="65620" cy="65621"/>
            </a:xfrm>
            <a:custGeom>
              <a:rect b="b" l="l" r="r" t="t"/>
              <a:pathLst>
                <a:path extrusionOk="0" h="469" w="469">
                  <a:moveTo>
                    <a:pt x="235" y="14"/>
                  </a:moveTo>
                  <a:cubicBezTo>
                    <a:pt x="357" y="14"/>
                    <a:pt x="456" y="113"/>
                    <a:pt x="456" y="235"/>
                  </a:cubicBezTo>
                  <a:cubicBezTo>
                    <a:pt x="456" y="356"/>
                    <a:pt x="357" y="456"/>
                    <a:pt x="235" y="456"/>
                  </a:cubicBezTo>
                  <a:cubicBezTo>
                    <a:pt x="113" y="456"/>
                    <a:pt x="14" y="356"/>
                    <a:pt x="14" y="235"/>
                  </a:cubicBezTo>
                  <a:cubicBezTo>
                    <a:pt x="14" y="113"/>
                    <a:pt x="113" y="14"/>
                    <a:pt x="235" y="14"/>
                  </a:cubicBezTo>
                  <a:close/>
                  <a:moveTo>
                    <a:pt x="235" y="0"/>
                  </a:moveTo>
                  <a:cubicBezTo>
                    <a:pt x="106" y="0"/>
                    <a:pt x="0" y="106"/>
                    <a:pt x="0" y="235"/>
                  </a:cubicBezTo>
                  <a:cubicBezTo>
                    <a:pt x="0" y="364"/>
                    <a:pt x="106" y="468"/>
                    <a:pt x="235" y="468"/>
                  </a:cubicBezTo>
                  <a:cubicBezTo>
                    <a:pt x="364" y="468"/>
                    <a:pt x="469" y="364"/>
                    <a:pt x="469" y="235"/>
                  </a:cubicBezTo>
                  <a:cubicBezTo>
                    <a:pt x="469" y="105"/>
                    <a:pt x="364" y="0"/>
                    <a:pt x="235" y="0"/>
                  </a:cubicBez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12"/>
            <p:cNvSpPr/>
            <p:nvPr/>
          </p:nvSpPr>
          <p:spPr>
            <a:xfrm>
              <a:off x="845487" y="3099151"/>
              <a:ext cx="65620" cy="65621"/>
            </a:xfrm>
            <a:custGeom>
              <a:rect b="b" l="l" r="r" t="t"/>
              <a:pathLst>
                <a:path extrusionOk="0" h="469" w="469">
                  <a:moveTo>
                    <a:pt x="235" y="13"/>
                  </a:moveTo>
                  <a:cubicBezTo>
                    <a:pt x="357" y="13"/>
                    <a:pt x="456" y="112"/>
                    <a:pt x="456" y="234"/>
                  </a:cubicBezTo>
                  <a:cubicBezTo>
                    <a:pt x="456" y="356"/>
                    <a:pt x="357" y="455"/>
                    <a:pt x="235" y="455"/>
                  </a:cubicBezTo>
                  <a:cubicBezTo>
                    <a:pt x="113" y="455"/>
                    <a:pt x="14" y="356"/>
                    <a:pt x="14" y="234"/>
                  </a:cubicBezTo>
                  <a:cubicBezTo>
                    <a:pt x="14" y="112"/>
                    <a:pt x="113" y="13"/>
                    <a:pt x="235" y="13"/>
                  </a:cubicBezTo>
                  <a:close/>
                  <a:moveTo>
                    <a:pt x="235" y="0"/>
                  </a:moveTo>
                  <a:cubicBezTo>
                    <a:pt x="106" y="0"/>
                    <a:pt x="0" y="105"/>
                    <a:pt x="0" y="234"/>
                  </a:cubicBezTo>
                  <a:cubicBezTo>
                    <a:pt x="0" y="363"/>
                    <a:pt x="106" y="468"/>
                    <a:pt x="235" y="468"/>
                  </a:cubicBezTo>
                  <a:cubicBezTo>
                    <a:pt x="364" y="468"/>
                    <a:pt x="469" y="363"/>
                    <a:pt x="469" y="234"/>
                  </a:cubicBezTo>
                  <a:cubicBezTo>
                    <a:pt x="469" y="105"/>
                    <a:pt x="364" y="0"/>
                    <a:pt x="235" y="0"/>
                  </a:cubicBez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12"/>
            <p:cNvSpPr/>
            <p:nvPr/>
          </p:nvSpPr>
          <p:spPr>
            <a:xfrm>
              <a:off x="845487" y="3242148"/>
              <a:ext cx="65620" cy="65621"/>
            </a:xfrm>
            <a:custGeom>
              <a:rect b="b" l="l" r="r" t="t"/>
              <a:pathLst>
                <a:path extrusionOk="0" h="469" w="469">
                  <a:moveTo>
                    <a:pt x="235" y="14"/>
                  </a:moveTo>
                  <a:cubicBezTo>
                    <a:pt x="357" y="14"/>
                    <a:pt x="456" y="113"/>
                    <a:pt x="456" y="235"/>
                  </a:cubicBezTo>
                  <a:cubicBezTo>
                    <a:pt x="456" y="357"/>
                    <a:pt x="357" y="456"/>
                    <a:pt x="235" y="456"/>
                  </a:cubicBezTo>
                  <a:cubicBezTo>
                    <a:pt x="113" y="456"/>
                    <a:pt x="14" y="357"/>
                    <a:pt x="14" y="235"/>
                  </a:cubicBezTo>
                  <a:cubicBezTo>
                    <a:pt x="14" y="113"/>
                    <a:pt x="113" y="14"/>
                    <a:pt x="235" y="14"/>
                  </a:cubicBezTo>
                  <a:close/>
                  <a:moveTo>
                    <a:pt x="235" y="0"/>
                  </a:moveTo>
                  <a:cubicBezTo>
                    <a:pt x="106" y="0"/>
                    <a:pt x="0" y="106"/>
                    <a:pt x="0" y="235"/>
                  </a:cubicBezTo>
                  <a:cubicBezTo>
                    <a:pt x="0" y="364"/>
                    <a:pt x="106" y="469"/>
                    <a:pt x="235" y="469"/>
                  </a:cubicBezTo>
                  <a:cubicBezTo>
                    <a:pt x="364" y="469"/>
                    <a:pt x="469" y="364"/>
                    <a:pt x="469" y="235"/>
                  </a:cubicBezTo>
                  <a:cubicBezTo>
                    <a:pt x="469" y="106"/>
                    <a:pt x="364" y="0"/>
                    <a:pt x="235" y="0"/>
                  </a:cubicBez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4" name="Google Shape;1864;p12"/>
          <p:cNvGrpSpPr/>
          <p:nvPr/>
        </p:nvGrpSpPr>
        <p:grpSpPr>
          <a:xfrm rot="10800000">
            <a:off x="8465661" y="3435156"/>
            <a:ext cx="398915" cy="795371"/>
            <a:chOff x="845487" y="2625106"/>
            <a:chExt cx="384348" cy="682663"/>
          </a:xfrm>
        </p:grpSpPr>
        <p:sp>
          <p:nvSpPr>
            <p:cNvPr id="1865" name="Google Shape;1865;p12"/>
            <p:cNvSpPr/>
            <p:nvPr/>
          </p:nvSpPr>
          <p:spPr>
            <a:xfrm>
              <a:off x="913767" y="2674497"/>
              <a:ext cx="316068" cy="120609"/>
            </a:xfrm>
            <a:custGeom>
              <a:rect b="b" l="l" r="r" t="t"/>
              <a:pathLst>
                <a:path extrusionOk="0" h="862" w="2259">
                  <a:moveTo>
                    <a:pt x="9" y="0"/>
                  </a:moveTo>
                  <a:lnTo>
                    <a:pt x="0" y="11"/>
                  </a:lnTo>
                  <a:lnTo>
                    <a:pt x="1055" y="861"/>
                  </a:lnTo>
                  <a:lnTo>
                    <a:pt x="2259" y="861"/>
                  </a:lnTo>
                  <a:lnTo>
                    <a:pt x="2259" y="848"/>
                  </a:lnTo>
                  <a:lnTo>
                    <a:pt x="1059" y="848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12"/>
            <p:cNvSpPr/>
            <p:nvPr/>
          </p:nvSpPr>
          <p:spPr>
            <a:xfrm>
              <a:off x="913767" y="2815395"/>
              <a:ext cx="316068" cy="105918"/>
            </a:xfrm>
            <a:custGeom>
              <a:rect b="b" l="l" r="r" t="t"/>
              <a:pathLst>
                <a:path extrusionOk="0" h="757" w="2259">
                  <a:moveTo>
                    <a:pt x="7" y="0"/>
                  </a:moveTo>
                  <a:lnTo>
                    <a:pt x="0" y="10"/>
                  </a:lnTo>
                  <a:lnTo>
                    <a:pt x="1053" y="756"/>
                  </a:lnTo>
                  <a:lnTo>
                    <a:pt x="1055" y="757"/>
                  </a:lnTo>
                  <a:lnTo>
                    <a:pt x="2259" y="757"/>
                  </a:lnTo>
                  <a:lnTo>
                    <a:pt x="2259" y="744"/>
                  </a:lnTo>
                  <a:lnTo>
                    <a:pt x="1059" y="744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12"/>
            <p:cNvSpPr/>
            <p:nvPr/>
          </p:nvSpPr>
          <p:spPr>
            <a:xfrm>
              <a:off x="913767" y="3138048"/>
              <a:ext cx="316068" cy="120609"/>
            </a:xfrm>
            <a:custGeom>
              <a:rect b="b" l="l" r="r" t="t"/>
              <a:pathLst>
                <a:path extrusionOk="0" h="862" w="2259">
                  <a:moveTo>
                    <a:pt x="1055" y="0"/>
                  </a:moveTo>
                  <a:lnTo>
                    <a:pt x="0" y="851"/>
                  </a:lnTo>
                  <a:lnTo>
                    <a:pt x="9" y="861"/>
                  </a:lnTo>
                  <a:lnTo>
                    <a:pt x="1059" y="14"/>
                  </a:lnTo>
                  <a:lnTo>
                    <a:pt x="2259" y="14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12"/>
            <p:cNvSpPr/>
            <p:nvPr/>
          </p:nvSpPr>
          <p:spPr>
            <a:xfrm>
              <a:off x="913767" y="3011701"/>
              <a:ext cx="316068" cy="106057"/>
            </a:xfrm>
            <a:custGeom>
              <a:rect b="b" l="l" r="r" t="t"/>
              <a:pathLst>
                <a:path extrusionOk="0" h="758" w="2259">
                  <a:moveTo>
                    <a:pt x="1055" y="1"/>
                  </a:moveTo>
                  <a:lnTo>
                    <a:pt x="0" y="747"/>
                  </a:lnTo>
                  <a:lnTo>
                    <a:pt x="7" y="757"/>
                  </a:lnTo>
                  <a:lnTo>
                    <a:pt x="1059" y="13"/>
                  </a:lnTo>
                  <a:lnTo>
                    <a:pt x="2259" y="13"/>
                  </a:lnTo>
                  <a:lnTo>
                    <a:pt x="2259" y="1"/>
                  </a:ln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12"/>
            <p:cNvSpPr/>
            <p:nvPr/>
          </p:nvSpPr>
          <p:spPr>
            <a:xfrm>
              <a:off x="845487" y="2625106"/>
              <a:ext cx="65620" cy="65761"/>
            </a:xfrm>
            <a:custGeom>
              <a:rect b="b" l="l" r="r" t="t"/>
              <a:pathLst>
                <a:path extrusionOk="0" h="470" w="469">
                  <a:moveTo>
                    <a:pt x="235" y="14"/>
                  </a:moveTo>
                  <a:cubicBezTo>
                    <a:pt x="357" y="14"/>
                    <a:pt x="456" y="113"/>
                    <a:pt x="456" y="235"/>
                  </a:cubicBezTo>
                  <a:cubicBezTo>
                    <a:pt x="456" y="357"/>
                    <a:pt x="357" y="457"/>
                    <a:pt x="235" y="457"/>
                  </a:cubicBezTo>
                  <a:cubicBezTo>
                    <a:pt x="113" y="457"/>
                    <a:pt x="14" y="357"/>
                    <a:pt x="14" y="235"/>
                  </a:cubicBezTo>
                  <a:cubicBezTo>
                    <a:pt x="14" y="113"/>
                    <a:pt x="113" y="14"/>
                    <a:pt x="235" y="14"/>
                  </a:cubicBezTo>
                  <a:close/>
                  <a:moveTo>
                    <a:pt x="235" y="1"/>
                  </a:moveTo>
                  <a:cubicBezTo>
                    <a:pt x="106" y="1"/>
                    <a:pt x="0" y="106"/>
                    <a:pt x="0" y="235"/>
                  </a:cubicBezTo>
                  <a:cubicBezTo>
                    <a:pt x="0" y="365"/>
                    <a:pt x="106" y="469"/>
                    <a:pt x="235" y="469"/>
                  </a:cubicBezTo>
                  <a:cubicBezTo>
                    <a:pt x="364" y="469"/>
                    <a:pt x="469" y="365"/>
                    <a:pt x="469" y="235"/>
                  </a:cubicBezTo>
                  <a:cubicBezTo>
                    <a:pt x="469" y="106"/>
                    <a:pt x="364" y="1"/>
                    <a:pt x="235" y="1"/>
                  </a:cubicBez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12"/>
            <p:cNvSpPr/>
            <p:nvPr/>
          </p:nvSpPr>
          <p:spPr>
            <a:xfrm>
              <a:off x="845487" y="2768383"/>
              <a:ext cx="65620" cy="65621"/>
            </a:xfrm>
            <a:custGeom>
              <a:rect b="b" l="l" r="r" t="t"/>
              <a:pathLst>
                <a:path extrusionOk="0" h="469" w="469">
                  <a:moveTo>
                    <a:pt x="235" y="14"/>
                  </a:moveTo>
                  <a:cubicBezTo>
                    <a:pt x="357" y="14"/>
                    <a:pt x="456" y="113"/>
                    <a:pt x="456" y="235"/>
                  </a:cubicBezTo>
                  <a:cubicBezTo>
                    <a:pt x="456" y="356"/>
                    <a:pt x="357" y="456"/>
                    <a:pt x="235" y="456"/>
                  </a:cubicBezTo>
                  <a:cubicBezTo>
                    <a:pt x="113" y="456"/>
                    <a:pt x="14" y="356"/>
                    <a:pt x="14" y="235"/>
                  </a:cubicBezTo>
                  <a:cubicBezTo>
                    <a:pt x="14" y="113"/>
                    <a:pt x="113" y="14"/>
                    <a:pt x="235" y="14"/>
                  </a:cubicBezTo>
                  <a:close/>
                  <a:moveTo>
                    <a:pt x="235" y="0"/>
                  </a:moveTo>
                  <a:cubicBezTo>
                    <a:pt x="106" y="0"/>
                    <a:pt x="0" y="106"/>
                    <a:pt x="0" y="235"/>
                  </a:cubicBezTo>
                  <a:cubicBezTo>
                    <a:pt x="0" y="364"/>
                    <a:pt x="106" y="468"/>
                    <a:pt x="235" y="468"/>
                  </a:cubicBezTo>
                  <a:cubicBezTo>
                    <a:pt x="364" y="468"/>
                    <a:pt x="469" y="364"/>
                    <a:pt x="469" y="235"/>
                  </a:cubicBezTo>
                  <a:cubicBezTo>
                    <a:pt x="469" y="105"/>
                    <a:pt x="364" y="0"/>
                    <a:pt x="235" y="0"/>
                  </a:cubicBez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12"/>
            <p:cNvSpPr/>
            <p:nvPr/>
          </p:nvSpPr>
          <p:spPr>
            <a:xfrm>
              <a:off x="845487" y="3099151"/>
              <a:ext cx="65620" cy="65621"/>
            </a:xfrm>
            <a:custGeom>
              <a:rect b="b" l="l" r="r" t="t"/>
              <a:pathLst>
                <a:path extrusionOk="0" h="469" w="469">
                  <a:moveTo>
                    <a:pt x="235" y="13"/>
                  </a:moveTo>
                  <a:cubicBezTo>
                    <a:pt x="357" y="13"/>
                    <a:pt x="456" y="112"/>
                    <a:pt x="456" y="234"/>
                  </a:cubicBezTo>
                  <a:cubicBezTo>
                    <a:pt x="456" y="356"/>
                    <a:pt x="357" y="455"/>
                    <a:pt x="235" y="455"/>
                  </a:cubicBezTo>
                  <a:cubicBezTo>
                    <a:pt x="113" y="455"/>
                    <a:pt x="14" y="356"/>
                    <a:pt x="14" y="234"/>
                  </a:cubicBezTo>
                  <a:cubicBezTo>
                    <a:pt x="14" y="112"/>
                    <a:pt x="113" y="13"/>
                    <a:pt x="235" y="13"/>
                  </a:cubicBezTo>
                  <a:close/>
                  <a:moveTo>
                    <a:pt x="235" y="0"/>
                  </a:moveTo>
                  <a:cubicBezTo>
                    <a:pt x="106" y="0"/>
                    <a:pt x="0" y="105"/>
                    <a:pt x="0" y="234"/>
                  </a:cubicBezTo>
                  <a:cubicBezTo>
                    <a:pt x="0" y="363"/>
                    <a:pt x="106" y="468"/>
                    <a:pt x="235" y="468"/>
                  </a:cubicBezTo>
                  <a:cubicBezTo>
                    <a:pt x="364" y="468"/>
                    <a:pt x="469" y="363"/>
                    <a:pt x="469" y="234"/>
                  </a:cubicBezTo>
                  <a:cubicBezTo>
                    <a:pt x="469" y="105"/>
                    <a:pt x="364" y="0"/>
                    <a:pt x="235" y="0"/>
                  </a:cubicBez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12"/>
            <p:cNvSpPr/>
            <p:nvPr/>
          </p:nvSpPr>
          <p:spPr>
            <a:xfrm>
              <a:off x="845487" y="3242148"/>
              <a:ext cx="65620" cy="65621"/>
            </a:xfrm>
            <a:custGeom>
              <a:rect b="b" l="l" r="r" t="t"/>
              <a:pathLst>
                <a:path extrusionOk="0" h="469" w="469">
                  <a:moveTo>
                    <a:pt x="235" y="14"/>
                  </a:moveTo>
                  <a:cubicBezTo>
                    <a:pt x="357" y="14"/>
                    <a:pt x="456" y="113"/>
                    <a:pt x="456" y="235"/>
                  </a:cubicBezTo>
                  <a:cubicBezTo>
                    <a:pt x="456" y="357"/>
                    <a:pt x="357" y="456"/>
                    <a:pt x="235" y="456"/>
                  </a:cubicBezTo>
                  <a:cubicBezTo>
                    <a:pt x="113" y="456"/>
                    <a:pt x="14" y="357"/>
                    <a:pt x="14" y="235"/>
                  </a:cubicBezTo>
                  <a:cubicBezTo>
                    <a:pt x="14" y="113"/>
                    <a:pt x="113" y="14"/>
                    <a:pt x="235" y="14"/>
                  </a:cubicBezTo>
                  <a:close/>
                  <a:moveTo>
                    <a:pt x="235" y="0"/>
                  </a:moveTo>
                  <a:cubicBezTo>
                    <a:pt x="106" y="0"/>
                    <a:pt x="0" y="106"/>
                    <a:pt x="0" y="235"/>
                  </a:cubicBezTo>
                  <a:cubicBezTo>
                    <a:pt x="0" y="364"/>
                    <a:pt x="106" y="469"/>
                    <a:pt x="235" y="469"/>
                  </a:cubicBezTo>
                  <a:cubicBezTo>
                    <a:pt x="364" y="469"/>
                    <a:pt x="469" y="364"/>
                    <a:pt x="469" y="235"/>
                  </a:cubicBezTo>
                  <a:cubicBezTo>
                    <a:pt x="469" y="106"/>
                    <a:pt x="364" y="0"/>
                    <a:pt x="235" y="0"/>
                  </a:cubicBezTo>
                  <a:close/>
                </a:path>
              </a:pathLst>
            </a:custGeom>
            <a:solidFill>
              <a:srgbClr val="00F4AD"/>
            </a:solidFill>
            <a:ln cap="flat" cmpd="sng" w="9525">
              <a:solidFill>
                <a:srgbClr val="00F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3" name="Google Shape;1873;p12"/>
          <p:cNvSpPr txBox="1"/>
          <p:nvPr/>
        </p:nvSpPr>
        <p:spPr>
          <a:xfrm>
            <a:off x="5740812" y="3331925"/>
            <a:ext cx="14340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Association Rules: Κανόνες με confidence ≥ 60%</a:t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4" name="Google Shape;1874;p12"/>
          <p:cNvSpPr txBox="1"/>
          <p:nvPr/>
        </p:nvSpPr>
        <p:spPr>
          <a:xfrm>
            <a:off x="4100326" y="1560600"/>
            <a:ext cx="15234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Apriori: Εύρεση συχνών συνδυασμών (min_support = 10%)</a:t>
            </a:r>
            <a:endParaRPr b="0" i="0" sz="1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5" name="Google Shape;1875;p12"/>
          <p:cNvSpPr txBox="1"/>
          <p:nvPr/>
        </p:nvSpPr>
        <p:spPr>
          <a:xfrm>
            <a:off x="187325" y="1441450"/>
            <a:ext cx="2144100" cy="12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Discretization μεταβλητών </a:t>
            </a:r>
            <a:endParaRPr b="0" i="0" sz="1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(Total, Night, Peak, Weekend,SM1, SM2, SM3)</a:t>
            </a:r>
            <a:endParaRPr b="0" i="0" sz="1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σε Low / Med / High</a:t>
            </a:r>
            <a:endParaRPr b="0" i="0" sz="1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6" name="Google Shape;1876;p12"/>
          <p:cNvSpPr txBox="1"/>
          <p:nvPr/>
        </p:nvSpPr>
        <p:spPr>
          <a:xfrm>
            <a:off x="2459899" y="3241392"/>
            <a:ext cx="14340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Transactions: 1 ημέρα = σύνολο κατηγοριών</a:t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7" name="Google Shape;1877;p12"/>
          <p:cNvSpPr txBox="1"/>
          <p:nvPr/>
        </p:nvSpPr>
        <p:spPr>
          <a:xfrm>
            <a:off x="7381366" y="1560596"/>
            <a:ext cx="14340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Αξιολόγηση: Support, Confidence, Lift &amp; ερμηνεία</a:t>
            </a:r>
            <a:endParaRPr b="0" i="0" sz="1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8" name="Google Shape;1878;p12"/>
          <p:cNvCxnSpPr>
            <a:stCxn id="1849" idx="3"/>
            <a:endCxn id="1851" idx="1"/>
          </p:cNvCxnSpPr>
          <p:nvPr/>
        </p:nvCxnSpPr>
        <p:spPr>
          <a:xfrm>
            <a:off x="3544150" y="2061795"/>
            <a:ext cx="906300" cy="17712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9" name="Google Shape;1879;p12"/>
          <p:cNvCxnSpPr>
            <a:stCxn id="1848" idx="3"/>
            <a:endCxn id="1849" idx="1"/>
          </p:cNvCxnSpPr>
          <p:nvPr/>
        </p:nvCxnSpPr>
        <p:spPr>
          <a:xfrm flipH="1" rot="10800000">
            <a:off x="1903700" y="2061724"/>
            <a:ext cx="906300" cy="17712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13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Κανόνες Συσχέτισης - Αποτελέσματα</a:t>
            </a:r>
            <a:endParaRPr/>
          </a:p>
        </p:txBody>
      </p:sp>
      <p:pic>
        <p:nvPicPr>
          <p:cNvPr id="1885" name="Google Shape;1885;p13"/>
          <p:cNvPicPr preferRelativeResize="0"/>
          <p:nvPr/>
        </p:nvPicPr>
        <p:blipFill rotWithShape="1">
          <a:blip r:embed="rId3">
            <a:alphaModFix/>
          </a:blip>
          <a:srcRect b="0" l="0" r="0" t="2400"/>
          <a:stretch/>
        </p:blipFill>
        <p:spPr>
          <a:xfrm>
            <a:off x="1264713" y="1374775"/>
            <a:ext cx="6614575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14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Πρόβλεψη Χρονοσειρών</a:t>
            </a:r>
            <a:endParaRPr/>
          </a:p>
        </p:txBody>
      </p:sp>
      <p:grpSp>
        <p:nvGrpSpPr>
          <p:cNvPr id="1891" name="Google Shape;1891;p14"/>
          <p:cNvGrpSpPr/>
          <p:nvPr/>
        </p:nvGrpSpPr>
        <p:grpSpPr>
          <a:xfrm>
            <a:off x="720000" y="1440060"/>
            <a:ext cx="3578598" cy="689942"/>
            <a:chOff x="830913" y="2207300"/>
            <a:chExt cx="3578598" cy="528610"/>
          </a:xfrm>
        </p:grpSpPr>
        <p:sp>
          <p:nvSpPr>
            <p:cNvPr id="1892" name="Google Shape;1892;p14"/>
            <p:cNvSpPr txBox="1"/>
            <p:nvPr/>
          </p:nvSpPr>
          <p:spPr>
            <a:xfrm>
              <a:off x="2102511" y="2207310"/>
              <a:ext cx="2307000" cy="528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Δεδομένα: ημερήσια χρονοσειρά kWh</a:t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3" name="Google Shape;1893;p14"/>
            <p:cNvSpPr/>
            <p:nvPr/>
          </p:nvSpPr>
          <p:spPr>
            <a:xfrm>
              <a:off x="830913" y="2207300"/>
              <a:ext cx="979800" cy="5286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chemeClr val="dk2"/>
                  </a:solidFill>
                  <a:latin typeface="Bebas Neue"/>
                  <a:ea typeface="Bebas Neue"/>
                  <a:cs typeface="Bebas Neue"/>
                  <a:sym typeface="Bebas Neue"/>
                </a:rPr>
                <a:t>1</a:t>
              </a:r>
              <a:endParaRPr b="0" i="0" sz="2400" u="none" cap="none" strike="noStrik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1894" name="Google Shape;1894;p14"/>
          <p:cNvGrpSpPr/>
          <p:nvPr/>
        </p:nvGrpSpPr>
        <p:grpSpPr>
          <a:xfrm>
            <a:off x="720000" y="2572119"/>
            <a:ext cx="3578598" cy="689935"/>
            <a:chOff x="830913" y="3074645"/>
            <a:chExt cx="3578598" cy="528605"/>
          </a:xfrm>
        </p:grpSpPr>
        <p:sp>
          <p:nvSpPr>
            <p:cNvPr id="1895" name="Google Shape;1895;p14"/>
            <p:cNvSpPr txBox="1"/>
            <p:nvPr/>
          </p:nvSpPr>
          <p:spPr>
            <a:xfrm>
              <a:off x="2102511" y="3074645"/>
              <a:ext cx="2307000" cy="528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Preprocessing: daily frequency, interpolation</a:t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6" name="Google Shape;1896;p14"/>
            <p:cNvSpPr/>
            <p:nvPr/>
          </p:nvSpPr>
          <p:spPr>
            <a:xfrm>
              <a:off x="830913" y="3074650"/>
              <a:ext cx="979800" cy="5286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chemeClr val="dk2"/>
                  </a:solidFill>
                  <a:latin typeface="Bebas Neue"/>
                  <a:ea typeface="Bebas Neue"/>
                  <a:cs typeface="Bebas Neue"/>
                  <a:sym typeface="Bebas Neue"/>
                </a:rPr>
                <a:t>2</a:t>
              </a:r>
              <a:endParaRPr b="0" i="0" sz="2400" u="none" cap="none" strike="noStrik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1897" name="Google Shape;1897;p14"/>
          <p:cNvGrpSpPr/>
          <p:nvPr/>
        </p:nvGrpSpPr>
        <p:grpSpPr>
          <a:xfrm>
            <a:off x="720000" y="3704165"/>
            <a:ext cx="3578598" cy="689954"/>
            <a:chOff x="830913" y="3941981"/>
            <a:chExt cx="3578598" cy="528619"/>
          </a:xfrm>
        </p:grpSpPr>
        <p:sp>
          <p:nvSpPr>
            <p:cNvPr id="1898" name="Google Shape;1898;p14"/>
            <p:cNvSpPr txBox="1"/>
            <p:nvPr/>
          </p:nvSpPr>
          <p:spPr>
            <a:xfrm>
              <a:off x="2102511" y="3941981"/>
              <a:ext cx="2307000" cy="528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Split: χρονικό 80% / 20%</a:t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9" name="Google Shape;1899;p14"/>
            <p:cNvSpPr/>
            <p:nvPr/>
          </p:nvSpPr>
          <p:spPr>
            <a:xfrm>
              <a:off x="830913" y="3942000"/>
              <a:ext cx="979800" cy="5286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chemeClr val="dk2"/>
                  </a:solidFill>
                  <a:latin typeface="Bebas Neue"/>
                  <a:ea typeface="Bebas Neue"/>
                  <a:cs typeface="Bebas Neue"/>
                  <a:sym typeface="Bebas Neue"/>
                </a:rPr>
                <a:t>3</a:t>
              </a:r>
              <a:endParaRPr b="0" i="0" sz="2400" u="none" cap="none" strike="noStrik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1900" name="Google Shape;1900;p14"/>
          <p:cNvGrpSpPr/>
          <p:nvPr/>
        </p:nvGrpSpPr>
        <p:grpSpPr>
          <a:xfrm>
            <a:off x="4623575" y="1440060"/>
            <a:ext cx="3578600" cy="689942"/>
            <a:chOff x="4734488" y="2207300"/>
            <a:chExt cx="3578600" cy="528610"/>
          </a:xfrm>
        </p:grpSpPr>
        <p:sp>
          <p:nvSpPr>
            <p:cNvPr id="1901" name="Google Shape;1901;p14"/>
            <p:cNvSpPr txBox="1"/>
            <p:nvPr/>
          </p:nvSpPr>
          <p:spPr>
            <a:xfrm>
              <a:off x="4734488" y="2207310"/>
              <a:ext cx="2307000" cy="528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Μοντέλα: ARIMA, Prophet, LSTM</a:t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2" name="Google Shape;1902;p14"/>
            <p:cNvSpPr/>
            <p:nvPr/>
          </p:nvSpPr>
          <p:spPr>
            <a:xfrm>
              <a:off x="7333288" y="2207300"/>
              <a:ext cx="979800" cy="5286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chemeClr val="dk2"/>
                  </a:solidFill>
                  <a:latin typeface="Bebas Neue"/>
                  <a:ea typeface="Bebas Neue"/>
                  <a:cs typeface="Bebas Neue"/>
                  <a:sym typeface="Bebas Neue"/>
                </a:rPr>
                <a:t>4</a:t>
              </a:r>
              <a:endParaRPr b="0" i="0" sz="2400" u="none" cap="none" strike="noStrik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1903" name="Google Shape;1903;p14"/>
          <p:cNvGrpSpPr/>
          <p:nvPr/>
        </p:nvGrpSpPr>
        <p:grpSpPr>
          <a:xfrm>
            <a:off x="4623544" y="2572119"/>
            <a:ext cx="3578631" cy="689935"/>
            <a:chOff x="4734457" y="3074645"/>
            <a:chExt cx="3578631" cy="528605"/>
          </a:xfrm>
        </p:grpSpPr>
        <p:sp>
          <p:nvSpPr>
            <p:cNvPr id="1904" name="Google Shape;1904;p14"/>
            <p:cNvSpPr txBox="1"/>
            <p:nvPr/>
          </p:nvSpPr>
          <p:spPr>
            <a:xfrm>
              <a:off x="4734457" y="3074645"/>
              <a:ext cx="2307000" cy="528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Αξιολόγηση: RMSE, MAPE</a:t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5" name="Google Shape;1905;p14"/>
            <p:cNvSpPr/>
            <p:nvPr/>
          </p:nvSpPr>
          <p:spPr>
            <a:xfrm>
              <a:off x="7333288" y="3074650"/>
              <a:ext cx="979800" cy="5286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chemeClr val="dk2"/>
                  </a:solidFill>
                  <a:latin typeface="Bebas Neue"/>
                  <a:ea typeface="Bebas Neue"/>
                  <a:cs typeface="Bebas Neue"/>
                  <a:sym typeface="Bebas Neue"/>
                </a:rPr>
                <a:t>5</a:t>
              </a:r>
              <a:endParaRPr b="0" i="0" sz="2400" u="none" cap="none" strike="noStrik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1906" name="Google Shape;1906;p14"/>
          <p:cNvGrpSpPr/>
          <p:nvPr/>
        </p:nvGrpSpPr>
        <p:grpSpPr>
          <a:xfrm>
            <a:off x="4623576" y="3704165"/>
            <a:ext cx="3578599" cy="689954"/>
            <a:chOff x="4734489" y="3941981"/>
            <a:chExt cx="3578599" cy="528619"/>
          </a:xfrm>
        </p:grpSpPr>
        <p:sp>
          <p:nvSpPr>
            <p:cNvPr id="1907" name="Google Shape;1907;p14"/>
            <p:cNvSpPr txBox="1"/>
            <p:nvPr/>
          </p:nvSpPr>
          <p:spPr>
            <a:xfrm>
              <a:off x="4734489" y="3941981"/>
              <a:ext cx="2307000" cy="528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Σύγκριση: ακρίβεια &amp; σταθερότητα μοντέλων</a:t>
              </a:r>
              <a:endParaRPr b="0" i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8" name="Google Shape;1908;p14"/>
            <p:cNvSpPr/>
            <p:nvPr/>
          </p:nvSpPr>
          <p:spPr>
            <a:xfrm>
              <a:off x="7333288" y="3942000"/>
              <a:ext cx="979800" cy="5286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chemeClr val="dk2"/>
                  </a:solidFill>
                  <a:latin typeface="Bebas Neue"/>
                  <a:ea typeface="Bebas Neue"/>
                  <a:cs typeface="Bebas Neue"/>
                  <a:sym typeface="Bebas Neue"/>
                </a:rPr>
                <a:t>6</a:t>
              </a:r>
              <a:endParaRPr b="0" i="0" sz="2400" u="none" cap="none" strike="noStrik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cxnSp>
        <p:nvCxnSpPr>
          <p:cNvPr id="1909" name="Google Shape;1909;p14"/>
          <p:cNvCxnSpPr>
            <a:stCxn id="1902" idx="1"/>
            <a:endCxn id="1901" idx="3"/>
          </p:cNvCxnSpPr>
          <p:nvPr/>
        </p:nvCxnSpPr>
        <p:spPr>
          <a:xfrm rot="10800000">
            <a:off x="6930475" y="1785024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0" name="Google Shape;1910;p14"/>
          <p:cNvCxnSpPr>
            <a:endCxn id="1893" idx="3"/>
          </p:cNvCxnSpPr>
          <p:nvPr/>
        </p:nvCxnSpPr>
        <p:spPr>
          <a:xfrm rot="10800000">
            <a:off x="1699800" y="1785024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1" name="Google Shape;1911;p14"/>
          <p:cNvCxnSpPr>
            <a:stCxn id="1896" idx="3"/>
            <a:endCxn id="1895" idx="1"/>
          </p:cNvCxnSpPr>
          <p:nvPr/>
        </p:nvCxnSpPr>
        <p:spPr>
          <a:xfrm>
            <a:off x="1699800" y="2917090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2" name="Google Shape;1912;p14"/>
          <p:cNvCxnSpPr>
            <a:stCxn id="1899" idx="3"/>
            <a:endCxn id="1898" idx="1"/>
          </p:cNvCxnSpPr>
          <p:nvPr/>
        </p:nvCxnSpPr>
        <p:spPr>
          <a:xfrm>
            <a:off x="1699800" y="4049154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3" name="Google Shape;1913;p14"/>
          <p:cNvCxnSpPr>
            <a:stCxn id="1904" idx="3"/>
            <a:endCxn id="1905" idx="1"/>
          </p:cNvCxnSpPr>
          <p:nvPr/>
        </p:nvCxnSpPr>
        <p:spPr>
          <a:xfrm>
            <a:off x="6930544" y="2917083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4" name="Google Shape;1914;p14"/>
          <p:cNvCxnSpPr>
            <a:stCxn id="1907" idx="3"/>
            <a:endCxn id="1908" idx="1"/>
          </p:cNvCxnSpPr>
          <p:nvPr/>
        </p:nvCxnSpPr>
        <p:spPr>
          <a:xfrm>
            <a:off x="6930576" y="4049130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15"/>
          <p:cNvSpPr txBox="1"/>
          <p:nvPr>
            <p:ph type="title"/>
          </p:nvPr>
        </p:nvSpPr>
        <p:spPr>
          <a:xfrm>
            <a:off x="471450" y="347575"/>
            <a:ext cx="82011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Πρόβλεψη Χρονοσειρών - Αποτελέσματα</a:t>
            </a:r>
            <a:endParaRPr/>
          </a:p>
        </p:txBody>
      </p:sp>
      <p:graphicFrame>
        <p:nvGraphicFramePr>
          <p:cNvPr id="1920" name="Google Shape;1920;p15"/>
          <p:cNvGraphicFramePr/>
          <p:nvPr/>
        </p:nvGraphicFramePr>
        <p:xfrm>
          <a:off x="1289326" y="184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{D1A8763D-A34D-43CF-87D7-0A5F49BFFD98}</a:tableStyleId>
              </a:tblPr>
              <a:tblGrid>
                <a:gridCol w="1450475"/>
                <a:gridCol w="1802900"/>
                <a:gridCol w="1498100"/>
                <a:gridCol w="1498100"/>
              </a:tblGrid>
              <a:tr h="61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" sz="2300" u="none" cap="none" strike="noStrike">
                          <a:solidFill>
                            <a:schemeClr val="dk2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MODELS</a:t>
                      </a:r>
                      <a:endParaRPr sz="2000" u="none" cap="none" strike="noStrike">
                        <a:solidFill>
                          <a:schemeClr val="dk2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" sz="2300" u="none" cap="none" strike="noStrike">
                          <a:solidFill>
                            <a:schemeClr val="dk2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description</a:t>
                      </a:r>
                      <a:endParaRPr sz="2300" u="none" cap="none" strike="noStrike">
                        <a:solidFill>
                          <a:schemeClr val="dk2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" sz="2300" u="none" cap="none" strike="noStrike">
                          <a:solidFill>
                            <a:schemeClr val="dk2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RMSE</a:t>
                      </a:r>
                      <a:endParaRPr sz="2300" u="none" cap="none" strike="noStrike">
                        <a:solidFill>
                          <a:schemeClr val="dk2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" sz="2300" u="none" cap="none" strike="noStrike">
                          <a:solidFill>
                            <a:schemeClr val="dk2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MAPE%</a:t>
                      </a:r>
                      <a:endParaRPr sz="2300" u="none" cap="none" strike="noStrike">
                        <a:solidFill>
                          <a:schemeClr val="dk2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91425" marB="91425" marR="91425" marL="91425"/>
                </a:tc>
              </a:tr>
              <a:tr h="61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2400" u="none" cap="none" strike="noStrike">
                          <a:solidFill>
                            <a:schemeClr val="dk2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ARIMA(2,1,2)</a:t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</a:rPr>
                        <a:t> βασίζεται στο παρελθόν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</a:rPr>
                        <a:t>15.44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</a:rPr>
                        <a:t>26.54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2400" u="none" cap="none" strike="noStrike">
                          <a:solidFill>
                            <a:schemeClr val="dk2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PROPHET</a:t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2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τάση &amp; εποχικότητα</a:t>
                      </a:r>
                      <a:endParaRPr b="1" sz="1400" u="none" cap="none" strike="noStrike">
                        <a:solidFill>
                          <a:schemeClr val="dk2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6.59</a:t>
                      </a:r>
                      <a:endParaRPr sz="1400" u="none" cap="none" strike="noStrike">
                        <a:solidFill>
                          <a:schemeClr val="dk2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83.5</a:t>
                      </a:r>
                      <a:endParaRPr sz="1400" u="none" cap="none" strike="noStrike">
                        <a:solidFill>
                          <a:schemeClr val="dk2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2400" u="none" cap="none" strike="noStrike">
                          <a:solidFill>
                            <a:schemeClr val="dk2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LSTM</a:t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</a:rPr>
                        <a:t>μαθαίνει μοτίβα δεδομένων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</a:rPr>
                        <a:t>19.5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</a:rPr>
                        <a:t>105.14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16"/>
          <p:cNvSpPr txBox="1"/>
          <p:nvPr>
            <p:ph type="title"/>
          </p:nvPr>
        </p:nvSpPr>
        <p:spPr>
          <a:xfrm>
            <a:off x="271500" y="499975"/>
            <a:ext cx="8601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Πρόβλεψη Χρονοσειρών - Αποτελέσματα</a:t>
            </a:r>
            <a:endParaRPr/>
          </a:p>
        </p:txBody>
      </p:sp>
      <p:pic>
        <p:nvPicPr>
          <p:cNvPr id="1926" name="Google Shape;19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875" y="1350325"/>
            <a:ext cx="6972300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p17"/>
          <p:cNvSpPr txBox="1"/>
          <p:nvPr>
            <p:ph type="title"/>
          </p:nvPr>
        </p:nvSpPr>
        <p:spPr>
          <a:xfrm>
            <a:off x="1185800" y="924575"/>
            <a:ext cx="71880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i="1" lang="en"/>
              <a:t>Σας Ευχαριστούμε πολύ </a:t>
            </a:r>
            <a:endParaRPr i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i="1" lang="en"/>
              <a:t>για την προσοχή σας!</a:t>
            </a:r>
            <a:endParaRPr i="1"/>
          </a:p>
        </p:txBody>
      </p:sp>
      <p:sp>
        <p:nvSpPr>
          <p:cNvPr id="1932" name="Google Shape;1932;p17"/>
          <p:cNvSpPr txBox="1"/>
          <p:nvPr>
            <p:ph idx="1" type="body"/>
          </p:nvPr>
        </p:nvSpPr>
        <p:spPr>
          <a:xfrm>
            <a:off x="817900" y="2845250"/>
            <a:ext cx="75081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en" sz="1500">
                <a:solidFill>
                  <a:schemeClr val="dk2"/>
                </a:solidFill>
              </a:rPr>
              <a:t>Για περαιτέρω πληροφορίες είμαστε στη διάθεσή σας!</a:t>
            </a:r>
            <a:endParaRPr b="1" i="1" sz="1200" u="sng">
              <a:solidFill>
                <a:schemeClr val="dk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en" sz="1100">
                <a:latin typeface="Arial"/>
                <a:ea typeface="Arial"/>
                <a:cs typeface="Arial"/>
                <a:sym typeface="Arial"/>
              </a:rPr>
              <a:t>Μπάλιου Ευαγγελία (</a:t>
            </a:r>
            <a:r>
              <a:rPr i="1" lang="en" sz="1100" u="sng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it2022068@hua.gr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),</a:t>
            </a: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en" sz="1100">
                <a:latin typeface="Arial"/>
                <a:ea typeface="Arial"/>
                <a:cs typeface="Arial"/>
                <a:sym typeface="Arial"/>
              </a:rPr>
              <a:t>Κουτσή Βασιλική - Μαρία (</a:t>
            </a:r>
            <a:r>
              <a:rPr i="1" lang="en" sz="1100" u="sng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it2022149@hua.gr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)</a:t>
            </a: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933" name="Google Shape;193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7300" y="2446937"/>
            <a:ext cx="2122125" cy="212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mputer Science Proposal Infographics by Slidesgo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mputer Science Proposal Infographics by Slidesgo">
  <a:themeElements>
    <a:clrScheme name="Simple Light">
      <a:dk1>
        <a:srgbClr val="FFFFFF"/>
      </a:dk1>
      <a:lt1>
        <a:srgbClr val="0F3570"/>
      </a:lt1>
      <a:dk2>
        <a:srgbClr val="00F4AD"/>
      </a:dk2>
      <a:lt2>
        <a:srgbClr val="0F3570"/>
      </a:lt2>
      <a:accent1>
        <a:srgbClr val="285293"/>
      </a:accent1>
      <a:accent2>
        <a:srgbClr val="9FC5E8"/>
      </a:accent2>
      <a:accent3>
        <a:srgbClr val="434343"/>
      </a:accent3>
      <a:accent4>
        <a:srgbClr val="00F4AD"/>
      </a:accent4>
      <a:accent5>
        <a:srgbClr val="285293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